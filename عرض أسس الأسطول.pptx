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3684" r:id="rId1"/>
  </p:sldMasterIdLst>
  <p:notesMasterIdLst>
    <p:notesMasterId r:id="rId16"/>
  </p:notesMasterIdLst>
  <p:handoutMasterIdLst>
    <p:handoutMasterId r:id="rId17"/>
  </p:handoutMasterIdLst>
  <p:sldIdLst>
    <p:sldId id="256" r:id="rId2"/>
    <p:sldId id="257" r:id="rId3"/>
    <p:sldId id="268" r:id="rId4"/>
    <p:sldId id="269" r:id="rId5"/>
    <p:sldId id="270" r:id="rId6"/>
    <p:sldId id="271" r:id="rId7"/>
    <p:sldId id="272" r:id="rId8"/>
    <p:sldId id="273" r:id="rId9"/>
    <p:sldId id="274" r:id="rId10"/>
    <p:sldId id="275" r:id="rId11"/>
    <p:sldId id="260" r:id="rId12"/>
    <p:sldId id="261" r:id="rId13"/>
    <p:sldId id="276"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B74AE"/>
    <a:srgbClr val="FCFEFF"/>
    <a:srgbClr val="CCECFF"/>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4D4DAB-49F3-4E62-A1B3-A60B1652652B}" v="109" dt="2025-10-18T21:56:52.114"/>
  </p1510:revLst>
</p1510:revInfo>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نمط متوسط 2 - تميي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نمط متوسط 2 - تميي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D083AE6-46FA-4A59-8FB0-9F97EB10719F}" styleName="نمط فاتح 3 - تمييز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1EBBBCC-DAD2-459C-BE2E-F6DE35CF9A28}" styleName="نمط داكن 2 - تمييز 3/تميي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616DA210-FB5B-4158-B5E0-FEB733F419BA}" styleName="النمط الفاتح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نمط فاتح 3 - تميي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نمط فاتح 3 - تميي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نمط فاتح 3 - تميي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نمط فاتح 3 - تمييز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نمط فاتح 3 - تميي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بلا نمط، بلا شبكة">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نمط ذو نسُق 1 - تميي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نمط ذو نسُق 1 - تميي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نمط ذو نسُق 1 - تميي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نمط ذو نسُق 1 - تميي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نمط ذو نسُق 1 - تمييز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نمط ذو نسُق 1 - تميي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C4B1156A-380E-4F78-BDF5-A606A8083BF9}" styleName="نمط متوسط 4 - تميي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نمط متوسط 3 - تمييز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نمط متوسط 3 - تمييز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27102A9-8310-4765-A935-A1911B00CA55}" styleName="نمط فاتح 1 - تميي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نمط فاتح 1 - تميي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005" autoAdjust="0"/>
    <p:restoredTop sz="94660"/>
  </p:normalViewPr>
  <p:slideViewPr>
    <p:cSldViewPr snapToGrid="0">
      <p:cViewPr varScale="1">
        <p:scale>
          <a:sx n="99" d="100"/>
          <a:sy n="99" d="100"/>
        </p:scale>
        <p:origin x="84" y="126"/>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waf albishri" userId="92654b35189b4f29" providerId="LiveId" clId="{D630D456-027F-4EC6-9020-9E481C994EF4}"/>
    <pc:docChg chg="undo redo custSel addSld delSld modSld sldOrd">
      <pc:chgData name="nawaf albishri" userId="92654b35189b4f29" providerId="LiveId" clId="{D630D456-027F-4EC6-9020-9E481C994EF4}" dt="2025-10-18T21:57:32.760" v="935" actId="2710"/>
      <pc:docMkLst>
        <pc:docMk/>
      </pc:docMkLst>
      <pc:sldChg chg="modSp mod">
        <pc:chgData name="nawaf albishri" userId="92654b35189b4f29" providerId="LiveId" clId="{D630D456-027F-4EC6-9020-9E481C994EF4}" dt="2025-10-18T21:53:54.621" v="840" actId="20577"/>
        <pc:sldMkLst>
          <pc:docMk/>
          <pc:sldMk cId="1675570258" sldId="256"/>
        </pc:sldMkLst>
        <pc:spChg chg="mod">
          <ac:chgData name="nawaf albishri" userId="92654b35189b4f29" providerId="LiveId" clId="{D630D456-027F-4EC6-9020-9E481C994EF4}" dt="2025-10-18T19:40:47.355" v="28" actId="20577"/>
          <ac:spMkLst>
            <pc:docMk/>
            <pc:sldMk cId="1675570258" sldId="256"/>
            <ac:spMk id="23" creationId="{958F14ED-8B6B-9FE3-3365-A2EC1EA56ED9}"/>
          </ac:spMkLst>
        </pc:spChg>
        <pc:spChg chg="mod">
          <ac:chgData name="nawaf albishri" userId="92654b35189b4f29" providerId="LiveId" clId="{D630D456-027F-4EC6-9020-9E481C994EF4}" dt="2025-10-18T21:53:54.621" v="840" actId="20577"/>
          <ac:spMkLst>
            <pc:docMk/>
            <pc:sldMk cId="1675570258" sldId="256"/>
            <ac:spMk id="54" creationId="{F33FEFED-070E-9D3A-E6ED-5B7819EE1778}"/>
          </ac:spMkLst>
        </pc:spChg>
        <pc:spChg chg="mod">
          <ac:chgData name="nawaf albishri" userId="92654b35189b4f29" providerId="LiveId" clId="{D630D456-027F-4EC6-9020-9E481C994EF4}" dt="2025-10-18T19:41:23.332" v="61" actId="20577"/>
          <ac:spMkLst>
            <pc:docMk/>
            <pc:sldMk cId="1675570258" sldId="256"/>
            <ac:spMk id="56" creationId="{D755E938-427F-FD55-3EC2-C5CEA7E83E6A}"/>
          </ac:spMkLst>
        </pc:spChg>
      </pc:sldChg>
      <pc:sldChg chg="modSp mod">
        <pc:chgData name="nawaf albishri" userId="92654b35189b4f29" providerId="LiveId" clId="{D630D456-027F-4EC6-9020-9E481C994EF4}" dt="2025-10-18T21:54:30.956" v="843" actId="1076"/>
        <pc:sldMkLst>
          <pc:docMk/>
          <pc:sldMk cId="2239859585" sldId="257"/>
        </pc:sldMkLst>
        <pc:spChg chg="mod">
          <ac:chgData name="nawaf albishri" userId="92654b35189b4f29" providerId="LiveId" clId="{D630D456-027F-4EC6-9020-9E481C994EF4}" dt="2025-10-18T21:53:32.939" v="834" actId="2711"/>
          <ac:spMkLst>
            <pc:docMk/>
            <pc:sldMk cId="2239859585" sldId="257"/>
            <ac:spMk id="3" creationId="{BD366BC0-16AA-8FA3-101B-3BE0FECF1247}"/>
          </ac:spMkLst>
        </pc:spChg>
        <pc:picChg chg="mod">
          <ac:chgData name="nawaf albishri" userId="92654b35189b4f29" providerId="LiveId" clId="{D630D456-027F-4EC6-9020-9E481C994EF4}" dt="2025-10-18T21:54:30.956" v="843" actId="1076"/>
          <ac:picMkLst>
            <pc:docMk/>
            <pc:sldMk cId="2239859585" sldId="257"/>
            <ac:picMk id="4" creationId="{C13D928B-A0BF-C7AE-070A-10F65DD3F9B2}"/>
          </ac:picMkLst>
        </pc:picChg>
      </pc:sldChg>
      <pc:sldChg chg="addSp delSp modSp del mod">
        <pc:chgData name="nawaf albishri" userId="92654b35189b4f29" providerId="LiveId" clId="{D630D456-027F-4EC6-9020-9E481C994EF4}" dt="2025-10-18T20:02:23.465" v="465" actId="2696"/>
        <pc:sldMkLst>
          <pc:docMk/>
          <pc:sldMk cId="2604608123" sldId="258"/>
        </pc:sldMkLst>
        <pc:spChg chg="del mod">
          <ac:chgData name="nawaf albishri" userId="92654b35189b4f29" providerId="LiveId" clId="{D630D456-027F-4EC6-9020-9E481C994EF4}" dt="2025-10-18T19:59:07.755" v="363"/>
          <ac:spMkLst>
            <pc:docMk/>
            <pc:sldMk cId="2604608123" sldId="258"/>
            <ac:spMk id="3" creationId="{E489C176-7D30-5D29-C71D-220CB9DD681A}"/>
          </ac:spMkLst>
        </pc:spChg>
        <pc:spChg chg="del mod">
          <ac:chgData name="nawaf albishri" userId="92654b35189b4f29" providerId="LiveId" clId="{D630D456-027F-4EC6-9020-9E481C994EF4}" dt="2025-10-18T19:59:07.755" v="361"/>
          <ac:spMkLst>
            <pc:docMk/>
            <pc:sldMk cId="2604608123" sldId="258"/>
            <ac:spMk id="4" creationId="{6468157C-FCF9-7613-3195-9D06B7DCC889}"/>
          </ac:spMkLst>
        </pc:spChg>
        <pc:spChg chg="add">
          <ac:chgData name="nawaf albishri" userId="92654b35189b4f29" providerId="LiveId" clId="{D630D456-027F-4EC6-9020-9E481C994EF4}" dt="2025-10-18T19:59:26.651" v="364" actId="22"/>
          <ac:spMkLst>
            <pc:docMk/>
            <pc:sldMk cId="2604608123" sldId="258"/>
            <ac:spMk id="5" creationId="{E8CBDB5E-9728-3201-388B-568B52DE47B5}"/>
          </ac:spMkLst>
        </pc:spChg>
        <pc:picChg chg="del">
          <ac:chgData name="nawaf albishri" userId="92654b35189b4f29" providerId="LiveId" clId="{D630D456-027F-4EC6-9020-9E481C994EF4}" dt="2025-10-18T19:59:59.947" v="368" actId="21"/>
          <ac:picMkLst>
            <pc:docMk/>
            <pc:sldMk cId="2604608123" sldId="258"/>
            <ac:picMk id="7" creationId="{6F8E9701-5523-2170-1578-53FD48AF83D2}"/>
          </ac:picMkLst>
        </pc:picChg>
      </pc:sldChg>
      <pc:sldChg chg="addSp delSp modSp mod">
        <pc:chgData name="nawaf albishri" userId="92654b35189b4f29" providerId="LiveId" clId="{D630D456-027F-4EC6-9020-9E481C994EF4}" dt="2025-10-18T21:54:44.630" v="845" actId="1076"/>
        <pc:sldMkLst>
          <pc:docMk/>
          <pc:sldMk cId="2355093320" sldId="260"/>
        </pc:sldMkLst>
        <pc:spChg chg="add mod">
          <ac:chgData name="nawaf albishri" userId="92654b35189b4f29" providerId="LiveId" clId="{D630D456-027F-4EC6-9020-9E481C994EF4}" dt="2025-10-18T21:23:05.489" v="522" actId="21"/>
          <ac:spMkLst>
            <pc:docMk/>
            <pc:sldMk cId="2355093320" sldId="260"/>
            <ac:spMk id="2" creationId="{DDD81F0C-EB53-8645-6697-D5F806BE966B}"/>
          </ac:spMkLst>
        </pc:spChg>
        <pc:spChg chg="del mod">
          <ac:chgData name="nawaf albishri" userId="92654b35189b4f29" providerId="LiveId" clId="{D630D456-027F-4EC6-9020-9E481C994EF4}" dt="2025-10-18T21:20:11.359" v="509"/>
          <ac:spMkLst>
            <pc:docMk/>
            <pc:sldMk cId="2355093320" sldId="260"/>
            <ac:spMk id="3" creationId="{3E03472F-54C3-DCF2-C5A9-BA865741428C}"/>
          </ac:spMkLst>
        </pc:spChg>
        <pc:spChg chg="del mod">
          <ac:chgData name="nawaf albishri" userId="92654b35189b4f29" providerId="LiveId" clId="{D630D456-027F-4EC6-9020-9E481C994EF4}" dt="2025-10-18T21:19:00.370" v="496"/>
          <ac:spMkLst>
            <pc:docMk/>
            <pc:sldMk cId="2355093320" sldId="260"/>
            <ac:spMk id="4" creationId="{3CB8AB63-97F6-DB5A-53B2-FA010398FECC}"/>
          </ac:spMkLst>
        </pc:spChg>
        <pc:picChg chg="mod">
          <ac:chgData name="nawaf albishri" userId="92654b35189b4f29" providerId="LiveId" clId="{D630D456-027F-4EC6-9020-9E481C994EF4}" dt="2025-10-18T21:54:44.630" v="845" actId="1076"/>
          <ac:picMkLst>
            <pc:docMk/>
            <pc:sldMk cId="2355093320" sldId="260"/>
            <ac:picMk id="5" creationId="{B6A7FD99-AADA-CC9C-8E74-6B69E76BEA19}"/>
          </ac:picMkLst>
        </pc:picChg>
      </pc:sldChg>
      <pc:sldChg chg="addSp delSp modSp mod">
        <pc:chgData name="nawaf albishri" userId="92654b35189b4f29" providerId="LiveId" clId="{D630D456-027F-4EC6-9020-9E481C994EF4}" dt="2025-10-18T21:57:32.760" v="935" actId="2710"/>
        <pc:sldMkLst>
          <pc:docMk/>
          <pc:sldMk cId="1958630918" sldId="261"/>
        </pc:sldMkLst>
        <pc:spChg chg="mod">
          <ac:chgData name="nawaf albishri" userId="92654b35189b4f29" providerId="LiveId" clId="{D630D456-027F-4EC6-9020-9E481C994EF4}" dt="2025-10-18T21:57:32.760" v="935" actId="2710"/>
          <ac:spMkLst>
            <pc:docMk/>
            <pc:sldMk cId="1958630918" sldId="261"/>
            <ac:spMk id="2" creationId="{AEFF7A99-6866-F3C7-0C16-C94B341110C7}"/>
          </ac:spMkLst>
        </pc:spChg>
        <pc:spChg chg="del mod">
          <ac:chgData name="nawaf albishri" userId="92654b35189b4f29" providerId="LiveId" clId="{D630D456-027F-4EC6-9020-9E481C994EF4}" dt="2025-10-18T21:18:50.137" v="493"/>
          <ac:spMkLst>
            <pc:docMk/>
            <pc:sldMk cId="1958630918" sldId="261"/>
            <ac:spMk id="3" creationId="{F633F079-ACD9-437B-37DF-FC1F6D5AB71B}"/>
          </ac:spMkLst>
        </pc:spChg>
        <pc:spChg chg="add mod">
          <ac:chgData name="nawaf albishri" userId="92654b35189b4f29" providerId="LiveId" clId="{D630D456-027F-4EC6-9020-9E481C994EF4}" dt="2025-10-18T21:54:57.328" v="847" actId="1076"/>
          <ac:spMkLst>
            <pc:docMk/>
            <pc:sldMk cId="1958630918" sldId="261"/>
            <ac:spMk id="4" creationId="{92A6F6F7-D30D-13DF-8EA3-89995640666A}"/>
          </ac:spMkLst>
        </pc:spChg>
        <pc:picChg chg="del">
          <ac:chgData name="nawaf albishri" userId="92654b35189b4f29" providerId="LiveId" clId="{D630D456-027F-4EC6-9020-9E481C994EF4}" dt="2025-10-18T21:00:21.344" v="470" actId="478"/>
          <ac:picMkLst>
            <pc:docMk/>
            <pc:sldMk cId="1958630918" sldId="261"/>
            <ac:picMk id="7" creationId="{0816BC0D-D534-7831-A1E3-E18260ED541B}"/>
          </ac:picMkLst>
        </pc:picChg>
      </pc:sldChg>
      <pc:sldChg chg="del">
        <pc:chgData name="nawaf albishri" userId="92654b35189b4f29" providerId="LiveId" clId="{D630D456-027F-4EC6-9020-9E481C994EF4}" dt="2025-10-18T21:00:55.550" v="479" actId="2696"/>
        <pc:sldMkLst>
          <pc:docMk/>
          <pc:sldMk cId="2922215219" sldId="262"/>
        </pc:sldMkLst>
      </pc:sldChg>
      <pc:sldChg chg="del">
        <pc:chgData name="nawaf albishri" userId="92654b35189b4f29" providerId="LiveId" clId="{D630D456-027F-4EC6-9020-9E481C994EF4}" dt="2025-10-18T21:00:49.934" v="478" actId="2696"/>
        <pc:sldMkLst>
          <pc:docMk/>
          <pc:sldMk cId="912501214" sldId="263"/>
        </pc:sldMkLst>
      </pc:sldChg>
      <pc:sldChg chg="delSp modSp del mod">
        <pc:chgData name="nawaf albishri" userId="92654b35189b4f29" providerId="LiveId" clId="{D630D456-027F-4EC6-9020-9E481C994EF4}" dt="2025-10-18T21:00:45.151" v="477" actId="2696"/>
        <pc:sldMkLst>
          <pc:docMk/>
          <pc:sldMk cId="1413983632" sldId="266"/>
        </pc:sldMkLst>
        <pc:spChg chg="del mod">
          <ac:chgData name="nawaf albishri" userId="92654b35189b4f29" providerId="LiveId" clId="{D630D456-027F-4EC6-9020-9E481C994EF4}" dt="2025-10-18T21:00:40.334" v="476"/>
          <ac:spMkLst>
            <pc:docMk/>
            <pc:sldMk cId="1413983632" sldId="266"/>
            <ac:spMk id="3" creationId="{F0E3FAE8-DD1A-170F-F545-DE574E1F94D2}"/>
          </ac:spMkLst>
        </pc:spChg>
        <pc:spChg chg="del">
          <ac:chgData name="nawaf albishri" userId="92654b35189b4f29" providerId="LiveId" clId="{D630D456-027F-4EC6-9020-9E481C994EF4}" dt="2025-10-18T21:00:37.504" v="471" actId="478"/>
          <ac:spMkLst>
            <pc:docMk/>
            <pc:sldMk cId="1413983632" sldId="266"/>
            <ac:spMk id="9" creationId="{9E4391C5-0541-07FF-241D-F8CBBD45BA17}"/>
          </ac:spMkLst>
        </pc:spChg>
        <pc:picChg chg="del mod">
          <ac:chgData name="nawaf albishri" userId="92654b35189b4f29" providerId="LiveId" clId="{D630D456-027F-4EC6-9020-9E481C994EF4}" dt="2025-10-18T21:00:40.331" v="474" actId="478"/>
          <ac:picMkLst>
            <pc:docMk/>
            <pc:sldMk cId="1413983632" sldId="266"/>
            <ac:picMk id="2" creationId="{01C9028E-A13E-7901-E414-B22960BC1845}"/>
          </ac:picMkLst>
        </pc:picChg>
      </pc:sldChg>
      <pc:sldChg chg="modSp mod">
        <pc:chgData name="nawaf albishri" userId="92654b35189b4f29" providerId="LiveId" clId="{D630D456-027F-4EC6-9020-9E481C994EF4}" dt="2025-10-18T21:01:18.408" v="489" actId="20577"/>
        <pc:sldMkLst>
          <pc:docMk/>
          <pc:sldMk cId="3844193556" sldId="267"/>
        </pc:sldMkLst>
        <pc:spChg chg="mod">
          <ac:chgData name="nawaf albishri" userId="92654b35189b4f29" providerId="LiveId" clId="{D630D456-027F-4EC6-9020-9E481C994EF4}" dt="2025-10-18T21:01:18.408" v="489" actId="20577"/>
          <ac:spMkLst>
            <pc:docMk/>
            <pc:sldMk cId="3844193556" sldId="267"/>
            <ac:spMk id="40" creationId="{FAB29A97-0202-86BF-5FE7-533506B72315}"/>
          </ac:spMkLst>
        </pc:spChg>
      </pc:sldChg>
      <pc:sldChg chg="addSp delSp modSp add mod modClrScheme chgLayout">
        <pc:chgData name="nawaf albishri" userId="92654b35189b4f29" providerId="LiveId" clId="{D630D456-027F-4EC6-9020-9E481C994EF4}" dt="2025-10-18T21:52:35.063" v="833" actId="700"/>
        <pc:sldMkLst>
          <pc:docMk/>
          <pc:sldMk cId="3924077968" sldId="268"/>
        </pc:sldMkLst>
        <pc:spChg chg="add del mod ord">
          <ac:chgData name="nawaf albishri" userId="92654b35189b4f29" providerId="LiveId" clId="{D630D456-027F-4EC6-9020-9E481C994EF4}" dt="2025-10-18T21:52:35.063" v="833" actId="700"/>
          <ac:spMkLst>
            <pc:docMk/>
            <pc:sldMk cId="3924077968" sldId="268"/>
            <ac:spMk id="2" creationId="{9583526F-4770-EE01-C7EB-257B21CB130F}"/>
          </ac:spMkLst>
        </pc:spChg>
        <pc:spChg chg="mod">
          <ac:chgData name="nawaf albishri" userId="92654b35189b4f29" providerId="LiveId" clId="{D630D456-027F-4EC6-9020-9E481C994EF4}" dt="2025-10-18T21:19:50.359" v="504" actId="207"/>
          <ac:spMkLst>
            <pc:docMk/>
            <pc:sldMk cId="3924077968" sldId="268"/>
            <ac:spMk id="3" creationId="{B9970FA2-253E-1646-6B53-B6114A9E4FB8}"/>
          </ac:spMkLst>
        </pc:spChg>
        <pc:spChg chg="add del mod ord">
          <ac:chgData name="nawaf albishri" userId="92654b35189b4f29" providerId="LiveId" clId="{D630D456-027F-4EC6-9020-9E481C994EF4}" dt="2025-10-18T21:52:35.063" v="833" actId="700"/>
          <ac:spMkLst>
            <pc:docMk/>
            <pc:sldMk cId="3924077968" sldId="268"/>
            <ac:spMk id="5" creationId="{E66AFA13-241C-C84B-236C-1A33686E3E4D}"/>
          </ac:spMkLst>
        </pc:spChg>
        <pc:spChg chg="add del mod ord">
          <ac:chgData name="nawaf albishri" userId="92654b35189b4f29" providerId="LiveId" clId="{D630D456-027F-4EC6-9020-9E481C994EF4}" dt="2025-10-18T21:52:35.063" v="833" actId="700"/>
          <ac:spMkLst>
            <pc:docMk/>
            <pc:sldMk cId="3924077968" sldId="268"/>
            <ac:spMk id="6" creationId="{DFE2FA93-C44F-3A06-4912-BA0E25B6BAE8}"/>
          </ac:spMkLst>
        </pc:spChg>
        <pc:spChg chg="add del mod ord">
          <ac:chgData name="nawaf albishri" userId="92654b35189b4f29" providerId="LiveId" clId="{D630D456-027F-4EC6-9020-9E481C994EF4}" dt="2025-10-18T21:52:35.063" v="833" actId="700"/>
          <ac:spMkLst>
            <pc:docMk/>
            <pc:sldMk cId="3924077968" sldId="268"/>
            <ac:spMk id="7" creationId="{7FA8E96C-6055-8281-8DBD-1AECD4799258}"/>
          </ac:spMkLst>
        </pc:spChg>
        <pc:spChg chg="add del mod ord">
          <ac:chgData name="nawaf albishri" userId="92654b35189b4f29" providerId="LiveId" clId="{D630D456-027F-4EC6-9020-9E481C994EF4}" dt="2025-10-18T21:52:35.063" v="833" actId="700"/>
          <ac:spMkLst>
            <pc:docMk/>
            <pc:sldMk cId="3924077968" sldId="268"/>
            <ac:spMk id="8" creationId="{A4A69B49-0FFE-0FC2-3AC9-059AE71A44EB}"/>
          </ac:spMkLst>
        </pc:spChg>
        <pc:picChg chg="del">
          <ac:chgData name="nawaf albishri" userId="92654b35189b4f29" providerId="LiveId" clId="{D630D456-027F-4EC6-9020-9E481C994EF4}" dt="2025-10-18T19:50:15.373" v="280" actId="478"/>
          <ac:picMkLst>
            <pc:docMk/>
            <pc:sldMk cId="3924077968" sldId="268"/>
            <ac:picMk id="4" creationId="{673B117E-5CE8-8E75-7B9F-5E1563D51E83}"/>
          </ac:picMkLst>
        </pc:picChg>
      </pc:sldChg>
      <pc:sldChg chg="addSp delSp modSp add mod setBg">
        <pc:chgData name="nawaf albishri" userId="92654b35189b4f29" providerId="LiveId" clId="{D630D456-027F-4EC6-9020-9E481C994EF4}" dt="2025-10-18T21:54:23.252" v="842" actId="1076"/>
        <pc:sldMkLst>
          <pc:docMk/>
          <pc:sldMk cId="1824966506" sldId="269"/>
        </pc:sldMkLst>
        <pc:spChg chg="mod">
          <ac:chgData name="nawaf albishri" userId="92654b35189b4f29" providerId="LiveId" clId="{D630D456-027F-4EC6-9020-9E481C994EF4}" dt="2025-10-18T21:51:32.556" v="825" actId="1076"/>
          <ac:spMkLst>
            <pc:docMk/>
            <pc:sldMk cId="1824966506" sldId="269"/>
            <ac:spMk id="3" creationId="{37CF98E9-1289-4D35-F850-8AEAC503D7E4}"/>
          </ac:spMkLst>
        </pc:spChg>
        <pc:spChg chg="add del">
          <ac:chgData name="nawaf albishri" userId="92654b35189b4f29" providerId="LiveId" clId="{D630D456-027F-4EC6-9020-9E481C994EF4}" dt="2025-10-18T21:37:48.542" v="733" actId="26606"/>
          <ac:spMkLst>
            <pc:docMk/>
            <pc:sldMk cId="1824966506" sldId="269"/>
            <ac:spMk id="5" creationId="{081EA652-8C6A-4E69-BEB9-170809474553}"/>
          </ac:spMkLst>
        </pc:spChg>
        <pc:spChg chg="add del">
          <ac:chgData name="nawaf albishri" userId="92654b35189b4f29" providerId="LiveId" clId="{D630D456-027F-4EC6-9020-9E481C994EF4}" dt="2025-10-18T21:37:48.542" v="733" actId="26606"/>
          <ac:spMkLst>
            <pc:docMk/>
            <pc:sldMk cId="1824966506" sldId="269"/>
            <ac:spMk id="6" creationId="{5298780A-33B9-4EA2-8F67-DE68AD62841B}"/>
          </ac:spMkLst>
        </pc:spChg>
        <pc:spChg chg="add del">
          <ac:chgData name="nawaf albishri" userId="92654b35189b4f29" providerId="LiveId" clId="{D630D456-027F-4EC6-9020-9E481C994EF4}" dt="2025-10-18T21:37:48.542" v="733" actId="26606"/>
          <ac:spMkLst>
            <pc:docMk/>
            <pc:sldMk cId="1824966506" sldId="269"/>
            <ac:spMk id="7" creationId="{7F488E8B-4E1E-4402-8935-D4E6C02615C7}"/>
          </ac:spMkLst>
        </pc:spChg>
        <pc:spChg chg="add del">
          <ac:chgData name="nawaf albishri" userId="92654b35189b4f29" providerId="LiveId" clId="{D630D456-027F-4EC6-9020-9E481C994EF4}" dt="2025-10-18T21:00:09.724" v="469" actId="26606"/>
          <ac:spMkLst>
            <pc:docMk/>
            <pc:sldMk cId="1824966506" sldId="269"/>
            <ac:spMk id="8" creationId="{1BB867FF-FC45-48F7-8104-F89BE54909F1}"/>
          </ac:spMkLst>
        </pc:spChg>
        <pc:spChg chg="add del">
          <ac:chgData name="nawaf albishri" userId="92654b35189b4f29" providerId="LiveId" clId="{D630D456-027F-4EC6-9020-9E481C994EF4}" dt="2025-10-18T21:00:09.724" v="469" actId="26606"/>
          <ac:spMkLst>
            <pc:docMk/>
            <pc:sldMk cId="1824966506" sldId="269"/>
            <ac:spMk id="10" creationId="{8BB56887-D0D5-4F0C-9E19-7247EB83C8B7}"/>
          </ac:spMkLst>
        </pc:spChg>
        <pc:spChg chg="add del">
          <ac:chgData name="nawaf albishri" userId="92654b35189b4f29" providerId="LiveId" clId="{D630D456-027F-4EC6-9020-9E481C994EF4}" dt="2025-10-18T21:00:09.724" v="469" actId="26606"/>
          <ac:spMkLst>
            <pc:docMk/>
            <pc:sldMk cId="1824966506" sldId="269"/>
            <ac:spMk id="12" creationId="{081E4A58-353D-44AE-B2FC-2A74E2E400F7}"/>
          </ac:spMkLst>
        </pc:spChg>
        <pc:picChg chg="add mod ord">
          <ac:chgData name="nawaf albishri" userId="92654b35189b4f29" providerId="LiveId" clId="{D630D456-027F-4EC6-9020-9E481C994EF4}" dt="2025-10-18T21:54:23.252" v="842" actId="1076"/>
          <ac:picMkLst>
            <pc:docMk/>
            <pc:sldMk cId="1824966506" sldId="269"/>
            <ac:picMk id="4" creationId="{6A55262A-C0FF-7209-8415-D11789FE6F7A}"/>
          </ac:picMkLst>
        </pc:picChg>
      </pc:sldChg>
      <pc:sldChg chg="addSp modSp add mod">
        <pc:chgData name="nawaf albishri" userId="92654b35189b4f29" providerId="LiveId" clId="{D630D456-027F-4EC6-9020-9E481C994EF4}" dt="2025-10-18T21:52:05.834" v="831" actId="1076"/>
        <pc:sldMkLst>
          <pc:docMk/>
          <pc:sldMk cId="904938675" sldId="270"/>
        </pc:sldMkLst>
        <pc:spChg chg="mod">
          <ac:chgData name="nawaf albishri" userId="92654b35189b4f29" providerId="LiveId" clId="{D630D456-027F-4EC6-9020-9E481C994EF4}" dt="2025-10-18T21:19:57.428" v="505" actId="1076"/>
          <ac:spMkLst>
            <pc:docMk/>
            <pc:sldMk cId="904938675" sldId="270"/>
            <ac:spMk id="3" creationId="{D7A8C729-CB63-05C8-0E70-3DC0F7B91E88}"/>
          </ac:spMkLst>
        </pc:spChg>
        <pc:picChg chg="add mod">
          <ac:chgData name="nawaf albishri" userId="92654b35189b4f29" providerId="LiveId" clId="{D630D456-027F-4EC6-9020-9E481C994EF4}" dt="2025-10-18T21:52:05.834" v="831" actId="1076"/>
          <ac:picMkLst>
            <pc:docMk/>
            <pc:sldMk cId="904938675" sldId="270"/>
            <ac:picMk id="2" creationId="{8DAE8649-1859-ADAA-E983-9AD30C860DD3}"/>
          </ac:picMkLst>
        </pc:picChg>
      </pc:sldChg>
      <pc:sldChg chg="addSp modSp add mod ord">
        <pc:chgData name="nawaf albishri" userId="92654b35189b4f29" providerId="LiveId" clId="{D630D456-027F-4EC6-9020-9E481C994EF4}" dt="2025-10-18T21:49:17.944" v="807"/>
        <pc:sldMkLst>
          <pc:docMk/>
          <pc:sldMk cId="963999447" sldId="271"/>
        </pc:sldMkLst>
        <pc:spChg chg="mod">
          <ac:chgData name="nawaf albishri" userId="92654b35189b4f29" providerId="LiveId" clId="{D630D456-027F-4EC6-9020-9E481C994EF4}" dt="2025-10-18T21:41:46.846" v="735" actId="122"/>
          <ac:spMkLst>
            <pc:docMk/>
            <pc:sldMk cId="963999447" sldId="271"/>
            <ac:spMk id="3" creationId="{7BC24EC4-B1BC-1F71-2E7D-87D588ABA801}"/>
          </ac:spMkLst>
        </pc:spChg>
        <pc:picChg chg="add mod">
          <ac:chgData name="nawaf albishri" userId="92654b35189b4f29" providerId="LiveId" clId="{D630D456-027F-4EC6-9020-9E481C994EF4}" dt="2025-10-18T21:49:17.944" v="807"/>
          <ac:picMkLst>
            <pc:docMk/>
            <pc:sldMk cId="963999447" sldId="271"/>
            <ac:picMk id="2" creationId="{F836B20E-0140-E772-B908-784CFA794CF3}"/>
          </ac:picMkLst>
        </pc:picChg>
      </pc:sldChg>
      <pc:sldChg chg="addSp modSp add mod ord">
        <pc:chgData name="nawaf albishri" userId="92654b35189b4f29" providerId="LiveId" clId="{D630D456-027F-4EC6-9020-9E481C994EF4}" dt="2025-10-18T21:49:15.055" v="806"/>
        <pc:sldMkLst>
          <pc:docMk/>
          <pc:sldMk cId="46427834" sldId="272"/>
        </pc:sldMkLst>
        <pc:spChg chg="mod">
          <ac:chgData name="nawaf albishri" userId="92654b35189b4f29" providerId="LiveId" clId="{D630D456-027F-4EC6-9020-9E481C994EF4}" dt="2025-10-18T19:56:53.705" v="347" actId="21"/>
          <ac:spMkLst>
            <pc:docMk/>
            <pc:sldMk cId="46427834" sldId="272"/>
            <ac:spMk id="3" creationId="{C8792EC0-CF04-C71E-FD13-9596B5D4C89A}"/>
          </ac:spMkLst>
        </pc:spChg>
        <pc:picChg chg="add mod">
          <ac:chgData name="nawaf albishri" userId="92654b35189b4f29" providerId="LiveId" clId="{D630D456-027F-4EC6-9020-9E481C994EF4}" dt="2025-10-18T21:49:15.055" v="806"/>
          <ac:picMkLst>
            <pc:docMk/>
            <pc:sldMk cId="46427834" sldId="272"/>
            <ac:picMk id="2" creationId="{85B1B9D0-985B-4CBC-8DDE-58851E6F6056}"/>
          </ac:picMkLst>
        </pc:picChg>
      </pc:sldChg>
      <pc:sldChg chg="addSp delSp modSp add mod">
        <pc:chgData name="nawaf albishri" userId="92654b35189b4f29" providerId="LiveId" clId="{D630D456-027F-4EC6-9020-9E481C994EF4}" dt="2025-10-18T21:49:07.440" v="803" actId="1076"/>
        <pc:sldMkLst>
          <pc:docMk/>
          <pc:sldMk cId="1866804129" sldId="273"/>
        </pc:sldMkLst>
        <pc:spChg chg="mod">
          <ac:chgData name="nawaf albishri" userId="92654b35189b4f29" providerId="LiveId" clId="{D630D456-027F-4EC6-9020-9E481C994EF4}" dt="2025-10-18T19:57:03.406" v="348"/>
          <ac:spMkLst>
            <pc:docMk/>
            <pc:sldMk cId="1866804129" sldId="273"/>
            <ac:spMk id="3" creationId="{AE78A919-813A-5863-5B6A-FBBA5EAAC719}"/>
          </ac:spMkLst>
        </pc:spChg>
        <pc:picChg chg="add del mod">
          <ac:chgData name="nawaf albishri" userId="92654b35189b4f29" providerId="LiveId" clId="{D630D456-027F-4EC6-9020-9E481C994EF4}" dt="2025-10-18T21:48:56.609" v="798" actId="478"/>
          <ac:picMkLst>
            <pc:docMk/>
            <pc:sldMk cId="1866804129" sldId="273"/>
            <ac:picMk id="4" creationId="{246F3E46-88BD-98C2-42E6-258D59568BAC}"/>
          </ac:picMkLst>
        </pc:picChg>
        <pc:picChg chg="add mod">
          <ac:chgData name="nawaf albishri" userId="92654b35189b4f29" providerId="LiveId" clId="{D630D456-027F-4EC6-9020-9E481C994EF4}" dt="2025-10-18T21:49:07.440" v="803" actId="1076"/>
          <ac:picMkLst>
            <pc:docMk/>
            <pc:sldMk cId="1866804129" sldId="273"/>
            <ac:picMk id="6" creationId="{8BF97A91-B0DE-BC25-4E0D-8BB7B5CCC80F}"/>
          </ac:picMkLst>
        </pc:picChg>
      </pc:sldChg>
      <pc:sldChg chg="addSp modSp add mod">
        <pc:chgData name="nawaf albishri" userId="92654b35189b4f29" providerId="LiveId" clId="{D630D456-027F-4EC6-9020-9E481C994EF4}" dt="2025-10-18T21:54:18.501" v="841" actId="1076"/>
        <pc:sldMkLst>
          <pc:docMk/>
          <pc:sldMk cId="929264751" sldId="274"/>
        </pc:sldMkLst>
        <pc:spChg chg="mod">
          <ac:chgData name="nawaf albishri" userId="92654b35189b4f29" providerId="LiveId" clId="{D630D456-027F-4EC6-9020-9E481C994EF4}" dt="2025-10-18T19:58:04.180" v="355" actId="20577"/>
          <ac:spMkLst>
            <pc:docMk/>
            <pc:sldMk cId="929264751" sldId="274"/>
            <ac:spMk id="3" creationId="{BF0060CB-A615-009F-7817-EE700447079B}"/>
          </ac:spMkLst>
        </pc:spChg>
        <pc:picChg chg="add mod">
          <ac:chgData name="nawaf albishri" userId="92654b35189b4f29" providerId="LiveId" clId="{D630D456-027F-4EC6-9020-9E481C994EF4}" dt="2025-10-18T21:54:18.501" v="841" actId="1076"/>
          <ac:picMkLst>
            <pc:docMk/>
            <pc:sldMk cId="929264751" sldId="274"/>
            <ac:picMk id="2" creationId="{7315118C-8496-A5BE-91A7-FFDB43242556}"/>
          </ac:picMkLst>
        </pc:picChg>
      </pc:sldChg>
      <pc:sldChg chg="addSp delSp modSp add mod">
        <pc:chgData name="nawaf albishri" userId="92654b35189b4f29" providerId="LiveId" clId="{D630D456-027F-4EC6-9020-9E481C994EF4}" dt="2025-10-18T21:54:39.603" v="844" actId="1076"/>
        <pc:sldMkLst>
          <pc:docMk/>
          <pc:sldMk cId="3415222252" sldId="275"/>
        </pc:sldMkLst>
        <pc:spChg chg="mod">
          <ac:chgData name="nawaf albishri" userId="92654b35189b4f29" providerId="LiveId" clId="{D630D456-027F-4EC6-9020-9E481C994EF4}" dt="2025-10-18T21:22:41.890" v="518" actId="20577"/>
          <ac:spMkLst>
            <pc:docMk/>
            <pc:sldMk cId="3415222252" sldId="275"/>
            <ac:spMk id="3" creationId="{1877E68C-6CDA-76E9-5FFF-6171C4FD778F}"/>
          </ac:spMkLst>
        </pc:spChg>
        <pc:picChg chg="del">
          <ac:chgData name="nawaf albishri" userId="92654b35189b4f29" providerId="LiveId" clId="{D630D456-027F-4EC6-9020-9E481C994EF4}" dt="2025-10-18T20:00:12.346" v="371" actId="478"/>
          <ac:picMkLst>
            <pc:docMk/>
            <pc:sldMk cId="3415222252" sldId="275"/>
            <ac:picMk id="2" creationId="{BE6B342A-C4ED-3BC1-7114-25670D249035}"/>
          </ac:picMkLst>
        </pc:picChg>
        <pc:picChg chg="add mod">
          <ac:chgData name="nawaf albishri" userId="92654b35189b4f29" providerId="LiveId" clId="{D630D456-027F-4EC6-9020-9E481C994EF4}" dt="2025-10-18T21:54:39.603" v="844" actId="1076"/>
          <ac:picMkLst>
            <pc:docMk/>
            <pc:sldMk cId="3415222252" sldId="275"/>
            <ac:picMk id="7" creationId="{6F8E9701-5523-2170-1578-53FD48AF83D2}"/>
          </ac:picMkLst>
        </pc:picChg>
      </pc:sldChg>
      <pc:sldChg chg="addSp delSp modSp add mod">
        <pc:chgData name="nawaf albishri" userId="92654b35189b4f29" providerId="LiveId" clId="{D630D456-027F-4EC6-9020-9E481C994EF4}" dt="2025-10-18T21:57:07.279" v="931" actId="108"/>
        <pc:sldMkLst>
          <pc:docMk/>
          <pc:sldMk cId="4087947775" sldId="276"/>
        </pc:sldMkLst>
        <pc:spChg chg="mod">
          <ac:chgData name="nawaf albishri" userId="92654b35189b4f29" providerId="LiveId" clId="{D630D456-027F-4EC6-9020-9E481C994EF4}" dt="2025-10-18T21:34:25.191" v="673" actId="113"/>
          <ac:spMkLst>
            <pc:docMk/>
            <pc:sldMk cId="4087947775" sldId="276"/>
            <ac:spMk id="4" creationId="{B8831BAD-7623-1325-6C04-73BF2DE1CB40}"/>
          </ac:spMkLst>
        </pc:spChg>
        <pc:picChg chg="add del mod">
          <ac:chgData name="nawaf albishri" userId="92654b35189b4f29" providerId="LiveId" clId="{D630D456-027F-4EC6-9020-9E481C994EF4}" dt="2025-10-18T21:33:57.882" v="664" actId="478"/>
          <ac:picMkLst>
            <pc:docMk/>
            <pc:sldMk cId="4087947775" sldId="276"/>
            <ac:picMk id="5" creationId="{DB87B697-EDAA-7509-7C0A-2AEA74083860}"/>
          </ac:picMkLst>
        </pc:picChg>
        <pc:picChg chg="add mod ord">
          <ac:chgData name="nawaf albishri" userId="92654b35189b4f29" providerId="LiveId" clId="{D630D456-027F-4EC6-9020-9E481C994EF4}" dt="2025-10-18T21:57:07.279" v="931" actId="108"/>
          <ac:picMkLst>
            <pc:docMk/>
            <pc:sldMk cId="4087947775" sldId="276"/>
            <ac:picMk id="7" creationId="{4FC02DA5-375F-AFB4-C870-ADF090E654D7}"/>
          </ac:picMkLst>
        </pc:picChg>
      </pc:sldChg>
    </pc:docChg>
  </pc:docChgLst>
  <pc:docChgLst>
    <pc:chgData name="nawaf albishri" userId="92654b35189b4f29" providerId="LiveId" clId="{32C16B11-1FAA-474B-AFE4-E3A293F6E032}"/>
    <pc:docChg chg="undo redo custSel modSld modMainMaster modNotesMaster">
      <pc:chgData name="nawaf albishri" userId="92654b35189b4f29" providerId="LiveId" clId="{32C16B11-1FAA-474B-AFE4-E3A293F6E032}" dt="2025-08-24T11:07:53.522" v="1111" actId="404"/>
      <pc:docMkLst>
        <pc:docMk/>
      </pc:docMkLst>
      <pc:sldChg chg="addSp delSp modSp mod modNotes">
        <pc:chgData name="nawaf albishri" userId="92654b35189b4f29" providerId="LiveId" clId="{32C16B11-1FAA-474B-AFE4-E3A293F6E032}" dt="2025-08-24T11:07:22.067" v="1093" actId="20577"/>
        <pc:sldMkLst>
          <pc:docMk/>
          <pc:sldMk cId="1675570258" sldId="256"/>
        </pc:sldMkLst>
      </pc:sldChg>
      <pc:sldChg chg="addSp delSp modSp mod">
        <pc:chgData name="nawaf albishri" userId="92654b35189b4f29" providerId="LiveId" clId="{32C16B11-1FAA-474B-AFE4-E3A293F6E032}" dt="2025-08-23T01:08:29.389" v="1038" actId="20577"/>
        <pc:sldMkLst>
          <pc:docMk/>
          <pc:sldMk cId="2239859585" sldId="257"/>
        </pc:sldMkLst>
      </pc:sldChg>
      <pc:sldChg chg="addSp delSp modSp mod">
        <pc:chgData name="nawaf albishri" userId="92654b35189b4f29" providerId="LiveId" clId="{32C16B11-1FAA-474B-AFE4-E3A293F6E032}" dt="2025-08-23T01:17:52.238" v="1054"/>
        <pc:sldMkLst>
          <pc:docMk/>
          <pc:sldMk cId="2604608123" sldId="258"/>
        </pc:sldMkLst>
      </pc:sldChg>
      <pc:sldChg chg="addSp modSp mod">
        <pc:chgData name="nawaf albishri" userId="92654b35189b4f29" providerId="LiveId" clId="{32C16B11-1FAA-474B-AFE4-E3A293F6E032}" dt="2025-08-23T01:18:13.522" v="1056"/>
        <pc:sldMkLst>
          <pc:docMk/>
          <pc:sldMk cId="2355093320" sldId="260"/>
        </pc:sldMkLst>
      </pc:sldChg>
      <pc:sldChg chg="addSp delSp modSp mod">
        <pc:chgData name="nawaf albishri" userId="92654b35189b4f29" providerId="LiveId" clId="{32C16B11-1FAA-474B-AFE4-E3A293F6E032}" dt="2025-08-23T01:18:28.961" v="1058"/>
        <pc:sldMkLst>
          <pc:docMk/>
          <pc:sldMk cId="1958630918" sldId="261"/>
        </pc:sldMkLst>
      </pc:sldChg>
      <pc:sldChg chg="addSp modSp mod">
        <pc:chgData name="nawaf albishri" userId="92654b35189b4f29" providerId="LiveId" clId="{32C16B11-1FAA-474B-AFE4-E3A293F6E032}" dt="2025-08-23T01:18:44.954" v="1060"/>
        <pc:sldMkLst>
          <pc:docMk/>
          <pc:sldMk cId="2922215219" sldId="262"/>
        </pc:sldMkLst>
      </pc:sldChg>
      <pc:sldChg chg="addSp delSp modSp mod">
        <pc:chgData name="nawaf albishri" userId="92654b35189b4f29" providerId="LiveId" clId="{32C16B11-1FAA-474B-AFE4-E3A293F6E032}" dt="2025-08-24T11:07:53.522" v="1111" actId="404"/>
        <pc:sldMkLst>
          <pc:docMk/>
          <pc:sldMk cId="912501214" sldId="263"/>
        </pc:sldMkLst>
      </pc:sldChg>
      <pc:sldChg chg="addSp delSp modSp mod setBg">
        <pc:chgData name="nawaf albishri" userId="92654b35189b4f29" providerId="LiveId" clId="{32C16B11-1FAA-474B-AFE4-E3A293F6E032}" dt="2025-08-23T01:15:36.728" v="1049" actId="478"/>
        <pc:sldMkLst>
          <pc:docMk/>
          <pc:sldMk cId="1413983632" sldId="266"/>
        </pc:sldMkLst>
      </pc:sldChg>
      <pc:sldChg chg="addSp modSp mod">
        <pc:chgData name="nawaf albishri" userId="92654b35189b4f29" providerId="LiveId" clId="{32C16B11-1FAA-474B-AFE4-E3A293F6E032}" dt="2025-08-22T05:50:19.153" v="88" actId="20577"/>
        <pc:sldMkLst>
          <pc:docMk/>
          <pc:sldMk cId="3844193556" sldId="267"/>
        </pc:sldMkLst>
      </pc:sldChg>
      <pc:sldMasterChg chg="modSp modSldLayout">
        <pc:chgData name="nawaf albishri" userId="92654b35189b4f29" providerId="LiveId" clId="{32C16B11-1FAA-474B-AFE4-E3A293F6E032}" dt="2025-08-22T05:19:48.049" v="85"/>
        <pc:sldMasterMkLst>
          <pc:docMk/>
          <pc:sldMasterMk cId="4206498810" sldId="2147483684"/>
        </pc:sldMasterMkLst>
        <pc:sldLayoutChg chg="modSp">
          <pc:chgData name="nawaf albishri" userId="92654b35189b4f29" providerId="LiveId" clId="{32C16B11-1FAA-474B-AFE4-E3A293F6E032}" dt="2025-08-22T05:19:48.049" v="85"/>
          <pc:sldLayoutMkLst>
            <pc:docMk/>
            <pc:sldMasterMk cId="4206498810" sldId="2147483684"/>
            <pc:sldLayoutMk cId="4125367874" sldId="2147483685"/>
          </pc:sldLayoutMkLst>
        </pc:sldLayoutChg>
        <pc:sldLayoutChg chg="modSp">
          <pc:chgData name="nawaf albishri" userId="92654b35189b4f29" providerId="LiveId" clId="{32C16B11-1FAA-474B-AFE4-E3A293F6E032}" dt="2025-08-22T05:19:48.049" v="85"/>
          <pc:sldLayoutMkLst>
            <pc:docMk/>
            <pc:sldMasterMk cId="4206498810" sldId="2147483684"/>
            <pc:sldLayoutMk cId="1930274709" sldId="2147483687"/>
          </pc:sldLayoutMkLst>
        </pc:sldLayoutChg>
        <pc:sldLayoutChg chg="modSp">
          <pc:chgData name="nawaf albishri" userId="92654b35189b4f29" providerId="LiveId" clId="{32C16B11-1FAA-474B-AFE4-E3A293F6E032}" dt="2025-08-22T05:19:48.049" v="85"/>
          <pc:sldLayoutMkLst>
            <pc:docMk/>
            <pc:sldMasterMk cId="4206498810" sldId="2147483684"/>
            <pc:sldLayoutMk cId="1140453754" sldId="2147483688"/>
          </pc:sldLayoutMkLst>
        </pc:sldLayoutChg>
        <pc:sldLayoutChg chg="modSp">
          <pc:chgData name="nawaf albishri" userId="92654b35189b4f29" providerId="LiveId" clId="{32C16B11-1FAA-474B-AFE4-E3A293F6E032}" dt="2025-08-22T05:19:48.049" v="85"/>
          <pc:sldLayoutMkLst>
            <pc:docMk/>
            <pc:sldMasterMk cId="4206498810" sldId="2147483684"/>
            <pc:sldLayoutMk cId="2701509801" sldId="2147483689"/>
          </pc:sldLayoutMkLst>
        </pc:sldLayoutChg>
        <pc:sldLayoutChg chg="modSp">
          <pc:chgData name="nawaf albishri" userId="92654b35189b4f29" providerId="LiveId" clId="{32C16B11-1FAA-474B-AFE4-E3A293F6E032}" dt="2025-08-22T05:19:48.049" v="85"/>
          <pc:sldLayoutMkLst>
            <pc:docMk/>
            <pc:sldMasterMk cId="4206498810" sldId="2147483684"/>
            <pc:sldLayoutMk cId="3162420646" sldId="2147483692"/>
          </pc:sldLayoutMkLst>
        </pc:sldLayoutChg>
        <pc:sldLayoutChg chg="modSp">
          <pc:chgData name="nawaf albishri" userId="92654b35189b4f29" providerId="LiveId" clId="{32C16B11-1FAA-474B-AFE4-E3A293F6E032}" dt="2025-08-22T05:19:48.049" v="85"/>
          <pc:sldLayoutMkLst>
            <pc:docMk/>
            <pc:sldMasterMk cId="4206498810" sldId="2147483684"/>
            <pc:sldLayoutMk cId="1826159821" sldId="2147483693"/>
          </pc:sldLayoutMkLst>
        </pc:sldLayoutChg>
        <pc:sldLayoutChg chg="modSp">
          <pc:chgData name="nawaf albishri" userId="92654b35189b4f29" providerId="LiveId" clId="{32C16B11-1FAA-474B-AFE4-E3A293F6E032}" dt="2025-08-22T05:19:48.049" v="85"/>
          <pc:sldLayoutMkLst>
            <pc:docMk/>
            <pc:sldMasterMk cId="4206498810" sldId="2147483684"/>
            <pc:sldLayoutMk cId="1437780395" sldId="2147483695"/>
          </pc:sldLayoutMkLst>
        </pc:sldLayoutChg>
      </pc:sldMasterChg>
      <pc:sldMasterChg chg="modSp modSldLayout">
        <pc:chgData name="nawaf albishri" userId="92654b35189b4f29" providerId="LiveId" clId="{32C16B11-1FAA-474B-AFE4-E3A293F6E032}" dt="2025-08-22T05:19:47.197" v="84"/>
        <pc:sldMasterMkLst>
          <pc:docMk/>
          <pc:sldMasterMk cId="132024692" sldId="2147483696"/>
        </pc:sldMasterMkLst>
        <pc:sldLayoutChg chg="modSp">
          <pc:chgData name="nawaf albishri" userId="92654b35189b4f29" providerId="LiveId" clId="{32C16B11-1FAA-474B-AFE4-E3A293F6E032}" dt="2025-08-22T05:19:47.197" v="84"/>
          <pc:sldLayoutMkLst>
            <pc:docMk/>
            <pc:sldMasterMk cId="132024692" sldId="2147483696"/>
            <pc:sldLayoutMk cId="116829879" sldId="2147483697"/>
          </pc:sldLayoutMkLst>
        </pc:sldLayoutChg>
        <pc:sldLayoutChg chg="modSp">
          <pc:chgData name="nawaf albishri" userId="92654b35189b4f29" providerId="LiveId" clId="{32C16B11-1FAA-474B-AFE4-E3A293F6E032}" dt="2025-08-22T05:19:47.197" v="84"/>
          <pc:sldLayoutMkLst>
            <pc:docMk/>
            <pc:sldMasterMk cId="132024692" sldId="2147483696"/>
            <pc:sldLayoutMk cId="1094947453" sldId="2147483699"/>
          </pc:sldLayoutMkLst>
        </pc:sldLayoutChg>
        <pc:sldLayoutChg chg="modSp">
          <pc:chgData name="nawaf albishri" userId="92654b35189b4f29" providerId="LiveId" clId="{32C16B11-1FAA-474B-AFE4-E3A293F6E032}" dt="2025-08-22T05:19:47.197" v="84"/>
          <pc:sldLayoutMkLst>
            <pc:docMk/>
            <pc:sldMasterMk cId="132024692" sldId="2147483696"/>
            <pc:sldLayoutMk cId="4082075660" sldId="2147483700"/>
          </pc:sldLayoutMkLst>
        </pc:sldLayoutChg>
        <pc:sldLayoutChg chg="modSp">
          <pc:chgData name="nawaf albishri" userId="92654b35189b4f29" providerId="LiveId" clId="{32C16B11-1FAA-474B-AFE4-E3A293F6E032}" dt="2025-08-22T05:19:47.197" v="84"/>
          <pc:sldLayoutMkLst>
            <pc:docMk/>
            <pc:sldMasterMk cId="132024692" sldId="2147483696"/>
            <pc:sldLayoutMk cId="2314703441" sldId="2147483701"/>
          </pc:sldLayoutMkLst>
        </pc:sldLayoutChg>
        <pc:sldLayoutChg chg="modSp">
          <pc:chgData name="nawaf albishri" userId="92654b35189b4f29" providerId="LiveId" clId="{32C16B11-1FAA-474B-AFE4-E3A293F6E032}" dt="2025-08-22T05:19:47.197" v="84"/>
          <pc:sldLayoutMkLst>
            <pc:docMk/>
            <pc:sldMasterMk cId="132024692" sldId="2147483696"/>
            <pc:sldLayoutMk cId="3297732365" sldId="2147483704"/>
          </pc:sldLayoutMkLst>
        </pc:sldLayoutChg>
        <pc:sldLayoutChg chg="modSp">
          <pc:chgData name="nawaf albishri" userId="92654b35189b4f29" providerId="LiveId" clId="{32C16B11-1FAA-474B-AFE4-E3A293F6E032}" dt="2025-08-22T05:19:47.197" v="84"/>
          <pc:sldLayoutMkLst>
            <pc:docMk/>
            <pc:sldMasterMk cId="132024692" sldId="2147483696"/>
            <pc:sldLayoutMk cId="1977737235" sldId="2147483705"/>
          </pc:sldLayoutMkLst>
        </pc:sldLayoutChg>
        <pc:sldLayoutChg chg="modSp">
          <pc:chgData name="nawaf albishri" userId="92654b35189b4f29" providerId="LiveId" clId="{32C16B11-1FAA-474B-AFE4-E3A293F6E032}" dt="2025-08-22T05:19:47.197" v="84"/>
          <pc:sldLayoutMkLst>
            <pc:docMk/>
            <pc:sldMasterMk cId="132024692" sldId="2147483696"/>
            <pc:sldLayoutMk cId="2147405152" sldId="214748370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a:extLst>
              <a:ext uri="{FF2B5EF4-FFF2-40B4-BE49-F238E27FC236}">
                <a16:creationId xmlns:a16="http://schemas.microsoft.com/office/drawing/2014/main" id="{05F8FEC8-B1C9-175A-D732-B662F7630BC4}"/>
              </a:ext>
            </a:extLst>
          </p:cNvPr>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a:extLst>
              <a:ext uri="{FF2B5EF4-FFF2-40B4-BE49-F238E27FC236}">
                <a16:creationId xmlns:a16="http://schemas.microsoft.com/office/drawing/2014/main" id="{0F10D59A-EFBA-7B17-DB76-822AC66E1D5D}"/>
              </a:ext>
            </a:extLst>
          </p:cNvPr>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559DBE39-59BC-4C5F-B1DE-B0D39B66CC36}" type="datetimeFigureOut">
              <a:rPr lang="ar-SA" smtClean="0"/>
              <a:t>26/04/47</a:t>
            </a:fld>
            <a:endParaRPr lang="ar-SA"/>
          </a:p>
        </p:txBody>
      </p:sp>
      <p:sp>
        <p:nvSpPr>
          <p:cNvPr id="4" name="عنصر نائب للتذييل 3">
            <a:extLst>
              <a:ext uri="{FF2B5EF4-FFF2-40B4-BE49-F238E27FC236}">
                <a16:creationId xmlns:a16="http://schemas.microsoft.com/office/drawing/2014/main" id="{07322905-0BFA-0249-3B89-129A8908421B}"/>
              </a:ext>
            </a:extLst>
          </p:cNvPr>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SA"/>
          </a:p>
        </p:txBody>
      </p:sp>
      <p:sp>
        <p:nvSpPr>
          <p:cNvPr id="5" name="عنصر نائب لرقم الشريحة 4">
            <a:extLst>
              <a:ext uri="{FF2B5EF4-FFF2-40B4-BE49-F238E27FC236}">
                <a16:creationId xmlns:a16="http://schemas.microsoft.com/office/drawing/2014/main" id="{2FC38A82-C952-481E-ACA3-22903980E669}"/>
              </a:ext>
            </a:extLst>
          </p:cNvPr>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DE9A5DF3-2357-4F3F-9FC2-72C4F0FCDE9F}" type="slidenum">
              <a:rPr lang="ar-SA" smtClean="0"/>
              <a:t>‹#›</a:t>
            </a:fld>
            <a:endParaRPr lang="ar-SA"/>
          </a:p>
        </p:txBody>
      </p:sp>
    </p:spTree>
    <p:extLst>
      <p:ext uri="{BB962C8B-B14F-4D97-AF65-F5344CB8AC3E}">
        <p14:creationId xmlns:p14="http://schemas.microsoft.com/office/powerpoint/2010/main" val="3239523224"/>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D0434441-A517-4C86-BB55-CAE727074B41}" type="datetimeFigureOut">
              <a:rPr lang="ar-SA" smtClean="0"/>
              <a:t>26/04/47</a:t>
            </a:fld>
            <a:endParaRPr lang="ar-SA"/>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1E7FE83D-C1B2-4312-A66B-D01997718AC5}" type="slidenum">
              <a:rPr lang="ar-SA" smtClean="0"/>
              <a:t>‹#›</a:t>
            </a:fld>
            <a:endParaRPr lang="ar-SA"/>
          </a:p>
        </p:txBody>
      </p:sp>
    </p:spTree>
    <p:extLst>
      <p:ext uri="{BB962C8B-B14F-4D97-AF65-F5344CB8AC3E}">
        <p14:creationId xmlns:p14="http://schemas.microsoft.com/office/powerpoint/2010/main" val="2946680925"/>
      </p:ext>
    </p:extLst>
  </p:cSld>
  <p:clrMap bg1="lt1" tx1="dk1" bg2="lt2" tx2="dk2" accent1="accent1" accent2="accent2" accent3="accent3" accent4="accent4" accent5="accent5" accent6="accent6" hlink="hlink" folHlink="folHlink"/>
  <p:hf dt="0"/>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a:xfrm>
            <a:off x="685800" y="1143000"/>
            <a:ext cx="5486400" cy="3086100"/>
          </a:xfrm>
        </p:spPr>
      </p:sp>
      <p:sp>
        <p:nvSpPr>
          <p:cNvPr id="3" name="عنصر نائب للملاحظات 2"/>
          <p:cNvSpPr>
            <a:spLocks noGrp="1"/>
          </p:cNvSpPr>
          <p:nvPr>
            <p:ph type="body" idx="1"/>
          </p:nvPr>
        </p:nvSpPr>
        <p:spPr/>
        <p:txBody>
          <a:bodyPr/>
          <a:lstStyle/>
          <a:p>
            <a:endParaRPr lang="ar-SA"/>
          </a:p>
        </p:txBody>
      </p:sp>
      <p:sp>
        <p:nvSpPr>
          <p:cNvPr id="4" name="عنصر نائب للرأس 3"/>
          <p:cNvSpPr>
            <a:spLocks noGrp="1"/>
          </p:cNvSpPr>
          <p:nvPr>
            <p:ph type="hdr" sz="quarter"/>
          </p:nvPr>
        </p:nvSpPr>
        <p:spPr/>
        <p:txBody>
          <a:bodyPr/>
          <a:lstStyle/>
          <a:p>
            <a:endParaRPr lang="ar-SA"/>
          </a:p>
        </p:txBody>
      </p:sp>
      <p:sp>
        <p:nvSpPr>
          <p:cNvPr id="5" name="عنصر نائب للتذييل 4"/>
          <p:cNvSpPr>
            <a:spLocks noGrp="1"/>
          </p:cNvSpPr>
          <p:nvPr>
            <p:ph type="ftr" sz="quarter" idx="4"/>
          </p:nvPr>
        </p:nvSpPr>
        <p:spPr/>
        <p:txBody>
          <a:bodyPr/>
          <a:lstStyle/>
          <a:p>
            <a:endParaRPr lang="ar-SA"/>
          </a:p>
        </p:txBody>
      </p:sp>
      <p:sp>
        <p:nvSpPr>
          <p:cNvPr id="6" name="عنصر نائب لرقم الشريحة 5"/>
          <p:cNvSpPr>
            <a:spLocks noGrp="1"/>
          </p:cNvSpPr>
          <p:nvPr>
            <p:ph type="sldNum" sz="quarter" idx="5"/>
          </p:nvPr>
        </p:nvSpPr>
        <p:spPr/>
        <p:txBody>
          <a:bodyPr/>
          <a:lstStyle/>
          <a:p>
            <a:fld id="{1E7FE83D-C1B2-4312-A66B-D01997718AC5}" type="slidenum">
              <a:rPr lang="ar-SA" smtClean="0"/>
              <a:t>1</a:t>
            </a:fld>
            <a:endParaRPr lang="ar-SA"/>
          </a:p>
        </p:txBody>
      </p:sp>
    </p:spTree>
    <p:extLst>
      <p:ext uri="{BB962C8B-B14F-4D97-AF65-F5344CB8AC3E}">
        <p14:creationId xmlns:p14="http://schemas.microsoft.com/office/powerpoint/2010/main" val="3611853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p:txBody>
          <a:bodyPr/>
          <a:lstStyle/>
          <a:p>
            <a:fld id="{7A05C043-BAE3-4F2B-A641-CBA8FD9EF3AA}" type="uaqdatetime1">
              <a:rPr lang="ar-SA" smtClean="0"/>
              <a:t>26/04/47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41253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9E2B5BCA-96B2-4BB8-84CB-BC41030AA709}" type="uaqdatetime1">
              <a:rPr lang="ar-SA" smtClean="0"/>
              <a:t>26/04/47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870967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2"/>
            <a:ext cx="10515600" cy="2852737"/>
          </a:xfrm>
        </p:spPr>
        <p:txBody>
          <a:bodyPr anchor="b"/>
          <a:lstStyle>
            <a:lvl1pPr>
              <a:defRPr sz="6000"/>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831851" y="4589467"/>
            <a:ext cx="10515600" cy="1500187"/>
          </a:xfrm>
        </p:spPr>
        <p:txBody>
          <a:bodyPr/>
          <a:lstStyle>
            <a:lvl1pPr marL="0" indent="0">
              <a:buNone/>
              <a:defRPr sz="2400">
                <a:solidFill>
                  <a:schemeClr val="tx1">
                    <a:tint val="82000"/>
                  </a:schemeClr>
                </a:solidFill>
              </a:defRPr>
            </a:lvl1pPr>
            <a:lvl2pPr marL="457178" indent="0">
              <a:buNone/>
              <a:defRPr sz="2000">
                <a:solidFill>
                  <a:schemeClr val="tx1">
                    <a:tint val="82000"/>
                  </a:schemeClr>
                </a:solidFill>
              </a:defRPr>
            </a:lvl2pPr>
            <a:lvl3pPr marL="914354" indent="0">
              <a:buNone/>
              <a:defRPr sz="1800">
                <a:solidFill>
                  <a:schemeClr val="tx1">
                    <a:tint val="82000"/>
                  </a:schemeClr>
                </a:solidFill>
              </a:defRPr>
            </a:lvl3pPr>
            <a:lvl4pPr marL="1371532" indent="0">
              <a:buNone/>
              <a:defRPr sz="1600">
                <a:solidFill>
                  <a:schemeClr val="tx1">
                    <a:tint val="82000"/>
                  </a:schemeClr>
                </a:solidFill>
              </a:defRPr>
            </a:lvl4pPr>
            <a:lvl5pPr marL="1828709" indent="0">
              <a:buNone/>
              <a:defRPr sz="1600">
                <a:solidFill>
                  <a:schemeClr val="tx1">
                    <a:tint val="82000"/>
                  </a:schemeClr>
                </a:solidFill>
              </a:defRPr>
            </a:lvl5pPr>
            <a:lvl6pPr marL="2285886" indent="0">
              <a:buNone/>
              <a:defRPr sz="1600">
                <a:solidFill>
                  <a:schemeClr val="tx1">
                    <a:tint val="82000"/>
                  </a:schemeClr>
                </a:solidFill>
              </a:defRPr>
            </a:lvl6pPr>
            <a:lvl7pPr marL="2743062" indent="0">
              <a:buNone/>
              <a:defRPr sz="1600">
                <a:solidFill>
                  <a:schemeClr val="tx1">
                    <a:tint val="82000"/>
                  </a:schemeClr>
                </a:solidFill>
              </a:defRPr>
            </a:lvl7pPr>
            <a:lvl8pPr marL="3200240" indent="0">
              <a:buNone/>
              <a:defRPr sz="1600">
                <a:solidFill>
                  <a:schemeClr val="tx1">
                    <a:tint val="82000"/>
                  </a:schemeClr>
                </a:solidFill>
              </a:defRPr>
            </a:lvl8pPr>
            <a:lvl9pPr marL="3657418" indent="0">
              <a:buNone/>
              <a:defRPr sz="1600">
                <a:solidFill>
                  <a:schemeClr val="tx1">
                    <a:tint val="82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E158983B-0A81-4F51-A2B4-CD8DD673E326}" type="uaqdatetime1">
              <a:rPr lang="ar-SA" smtClean="0"/>
              <a:t>26/04/47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1930274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5C542839-1B85-4BCE-8794-D4E9C77D3593}" type="uaqdatetime1">
              <a:rPr lang="ar-SA" smtClean="0"/>
              <a:t>26/04/47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1140453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9"/>
            <a:ext cx="10515600" cy="1325563"/>
          </a:xfrm>
        </p:spPr>
        <p:txBody>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ar-SA"/>
              <a:t>انقر لتحرير أنماط نص الشكل الرئيسي</a:t>
            </a:r>
          </a:p>
        </p:txBody>
      </p:sp>
      <p:sp>
        <p:nvSpPr>
          <p:cNvPr id="4" name="Content Placeholder 3"/>
          <p:cNvSpPr>
            <a:spLocks noGrp="1"/>
          </p:cNvSpPr>
          <p:nvPr>
            <p:ph sz="half" idx="2"/>
          </p:nvPr>
        </p:nvSpPr>
        <p:spPr>
          <a:xfrm>
            <a:off x="839789"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ar-SA"/>
              <a:t>انقر لتحرير أنماط نص الشكل الرئيسي</a:t>
            </a:r>
          </a:p>
        </p:txBody>
      </p:sp>
      <p:sp>
        <p:nvSpPr>
          <p:cNvPr id="6" name="Content Placeholder 5"/>
          <p:cNvSpPr>
            <a:spLocks noGrp="1"/>
          </p:cNvSpPr>
          <p:nvPr>
            <p:ph sz="quarter" idx="4"/>
          </p:nvPr>
        </p:nvSpPr>
        <p:spPr>
          <a:xfrm>
            <a:off x="6172202"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D05C5D27-DBED-4EC5-82CF-BDD941FAB2BE}" type="uaqdatetime1">
              <a:rPr lang="ar-SA" smtClean="0"/>
              <a:t>26/04/47</a:t>
            </a:fld>
            <a:endParaRPr lang="ar-SA"/>
          </a:p>
        </p:txBody>
      </p:sp>
      <p:sp>
        <p:nvSpPr>
          <p:cNvPr id="8" name="Footer Placeholder 7"/>
          <p:cNvSpPr>
            <a:spLocks noGrp="1"/>
          </p:cNvSpPr>
          <p:nvPr>
            <p:ph type="ftr" sz="quarter" idx="11"/>
          </p:nvPr>
        </p:nvSpPr>
        <p:spPr/>
        <p:txBody>
          <a:bodyPr/>
          <a:lstStyle/>
          <a:p>
            <a:endParaRPr lang="ar-SA"/>
          </a:p>
        </p:txBody>
      </p:sp>
      <p:sp>
        <p:nvSpPr>
          <p:cNvPr id="9" name="Slide Number Placeholder 8"/>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2701509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9FE134DA-F76C-48AD-8103-8485CE0BCDC2}" type="uaqdatetime1">
              <a:rPr lang="ar-SA" smtClean="0"/>
              <a:t>26/04/47</a:t>
            </a:fld>
            <a:endParaRPr lang="ar-SA"/>
          </a:p>
        </p:txBody>
      </p:sp>
      <p:sp>
        <p:nvSpPr>
          <p:cNvPr id="4" name="Footer Placeholder 3"/>
          <p:cNvSpPr>
            <a:spLocks noGrp="1"/>
          </p:cNvSpPr>
          <p:nvPr>
            <p:ph type="ftr" sz="quarter" idx="11"/>
          </p:nvPr>
        </p:nvSpPr>
        <p:spPr/>
        <p:txBody>
          <a:bodyPr/>
          <a:lstStyle/>
          <a:p>
            <a:endParaRPr lang="ar-SA"/>
          </a:p>
        </p:txBody>
      </p:sp>
      <p:sp>
        <p:nvSpPr>
          <p:cNvPr id="5" name="Slide Number Placeholder 4"/>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127996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19BFC9-C371-4017-8562-BD9A3088AA36}" type="uaqdatetime1">
              <a:rPr lang="ar-SA" smtClean="0"/>
              <a:t>26/04/47</a:t>
            </a:fld>
            <a:endParaRPr lang="ar-SA"/>
          </a:p>
        </p:txBody>
      </p:sp>
      <p:sp>
        <p:nvSpPr>
          <p:cNvPr id="3" name="Footer Placeholder 2"/>
          <p:cNvSpPr>
            <a:spLocks noGrp="1"/>
          </p:cNvSpPr>
          <p:nvPr>
            <p:ph type="ftr" sz="quarter" idx="11"/>
          </p:nvPr>
        </p:nvSpPr>
        <p:spPr/>
        <p:txBody>
          <a:bodyPr/>
          <a:lstStyle/>
          <a:p>
            <a:endParaRPr lang="ar-SA"/>
          </a:p>
        </p:txBody>
      </p:sp>
      <p:sp>
        <p:nvSpPr>
          <p:cNvPr id="4" name="Slide Number Placeholder 3"/>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135807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a:off x="5183188" y="987429"/>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8E84F4C7-17FC-4648-8506-6849DA65488A}" type="uaqdatetime1">
              <a:rPr lang="ar-SA" smtClean="0"/>
              <a:t>26/04/47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3162420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5183188" y="987429"/>
            <a:ext cx="6172200" cy="4873625"/>
          </a:xfrm>
        </p:spPr>
        <p:txBody>
          <a:bodyPr anchor="t"/>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59D70B33-C1BC-40B0-8D21-61B6489DE5B2}" type="uaqdatetime1">
              <a:rPr lang="ar-SA" smtClean="0"/>
              <a:t>26/04/47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1826159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19C35CD6-9766-40D0-A51C-028E8785A68A}" type="uaqdatetime1">
              <a:rPr lang="ar-SA" smtClean="0"/>
              <a:t>26/04/47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3873272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a:off x="838202"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36ABE9D5-A966-4741-83FC-B6DEE4AA78D3}" type="uaqdatetime1">
              <a:rPr lang="ar-SA" smtClean="0"/>
              <a:t>26/04/47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1437780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43AE41-E28D-49B9-993C-1999E9279C8E}" type="uaqdatetime1">
              <a:rPr lang="ar-SA" smtClean="0"/>
              <a:t>26/04/47</a:t>
            </a:fld>
            <a:endParaRPr lang="ar-SA"/>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ar-SA"/>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5EC845-EA48-427C-9A1C-4AE129190DEA}" type="slidenum">
              <a:rPr lang="ar-SA" smtClean="0"/>
              <a:t>‹#›</a:t>
            </a:fld>
            <a:endParaRPr lang="ar-SA"/>
          </a:p>
        </p:txBody>
      </p:sp>
    </p:spTree>
    <p:extLst>
      <p:ext uri="{BB962C8B-B14F-4D97-AF65-F5344CB8AC3E}">
        <p14:creationId xmlns:p14="http://schemas.microsoft.com/office/powerpoint/2010/main" val="420649881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354"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r" defTabSz="914354"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r" defTabSz="914354"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r" defTabSz="914354"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r" defTabSz="914354"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r" defTabSz="914354"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r" defTabSz="914354"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r" defTabSz="914354"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r" defTabSz="914354"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r" defTabSz="914354"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354" rtl="1" eaLnBrk="1" latinLnBrk="0" hangingPunct="1">
        <a:defRPr sz="1800" kern="1200">
          <a:solidFill>
            <a:schemeClr val="tx1"/>
          </a:solidFill>
          <a:latin typeface="+mn-lt"/>
          <a:ea typeface="+mn-ea"/>
          <a:cs typeface="+mn-cs"/>
        </a:defRPr>
      </a:lvl1pPr>
      <a:lvl2pPr marL="457178" algn="r" defTabSz="914354" rtl="1" eaLnBrk="1" latinLnBrk="0" hangingPunct="1">
        <a:defRPr sz="1800" kern="1200">
          <a:solidFill>
            <a:schemeClr val="tx1"/>
          </a:solidFill>
          <a:latin typeface="+mn-lt"/>
          <a:ea typeface="+mn-ea"/>
          <a:cs typeface="+mn-cs"/>
        </a:defRPr>
      </a:lvl2pPr>
      <a:lvl3pPr marL="914354" algn="r" defTabSz="914354" rtl="1" eaLnBrk="1" latinLnBrk="0" hangingPunct="1">
        <a:defRPr sz="1800" kern="1200">
          <a:solidFill>
            <a:schemeClr val="tx1"/>
          </a:solidFill>
          <a:latin typeface="+mn-lt"/>
          <a:ea typeface="+mn-ea"/>
          <a:cs typeface="+mn-cs"/>
        </a:defRPr>
      </a:lvl3pPr>
      <a:lvl4pPr marL="1371532" algn="r" defTabSz="914354" rtl="1" eaLnBrk="1" latinLnBrk="0" hangingPunct="1">
        <a:defRPr sz="1800" kern="1200">
          <a:solidFill>
            <a:schemeClr val="tx1"/>
          </a:solidFill>
          <a:latin typeface="+mn-lt"/>
          <a:ea typeface="+mn-ea"/>
          <a:cs typeface="+mn-cs"/>
        </a:defRPr>
      </a:lvl4pPr>
      <a:lvl5pPr marL="1828709" algn="r" defTabSz="914354" rtl="1" eaLnBrk="1" latinLnBrk="0" hangingPunct="1">
        <a:defRPr sz="1800" kern="1200">
          <a:solidFill>
            <a:schemeClr val="tx1"/>
          </a:solidFill>
          <a:latin typeface="+mn-lt"/>
          <a:ea typeface="+mn-ea"/>
          <a:cs typeface="+mn-cs"/>
        </a:defRPr>
      </a:lvl5pPr>
      <a:lvl6pPr marL="2285886" algn="r" defTabSz="914354" rtl="1" eaLnBrk="1" latinLnBrk="0" hangingPunct="1">
        <a:defRPr sz="1800" kern="1200">
          <a:solidFill>
            <a:schemeClr val="tx1"/>
          </a:solidFill>
          <a:latin typeface="+mn-lt"/>
          <a:ea typeface="+mn-ea"/>
          <a:cs typeface="+mn-cs"/>
        </a:defRPr>
      </a:lvl6pPr>
      <a:lvl7pPr marL="2743062" algn="r" defTabSz="914354" rtl="1" eaLnBrk="1" latinLnBrk="0" hangingPunct="1">
        <a:defRPr sz="1800" kern="1200">
          <a:solidFill>
            <a:schemeClr val="tx1"/>
          </a:solidFill>
          <a:latin typeface="+mn-lt"/>
          <a:ea typeface="+mn-ea"/>
          <a:cs typeface="+mn-cs"/>
        </a:defRPr>
      </a:lvl7pPr>
      <a:lvl8pPr marL="3200240" algn="r" defTabSz="914354" rtl="1" eaLnBrk="1" latinLnBrk="0" hangingPunct="1">
        <a:defRPr sz="1800" kern="1200">
          <a:solidFill>
            <a:schemeClr val="tx1"/>
          </a:solidFill>
          <a:latin typeface="+mn-lt"/>
          <a:ea typeface="+mn-ea"/>
          <a:cs typeface="+mn-cs"/>
        </a:defRPr>
      </a:lvl8pPr>
      <a:lvl9pPr marL="3657418" algn="r" defTabSz="914354"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7.xml"/><Relationship Id="rId4" Type="http://schemas.microsoft.com/office/2007/relationships/hdphoto" Target="../media/hdphoto3.wdp"/></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7.xml"/><Relationship Id="rId4" Type="http://schemas.microsoft.com/office/2007/relationships/hdphoto" Target="../media/hdphoto4.wdp"/></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g"/><Relationship Id="rId1" Type="http://schemas.openxmlformats.org/officeDocument/2006/relationships/slideLayout" Target="../slideLayouts/slideLayout7.xml"/><Relationship Id="rId4" Type="http://schemas.microsoft.com/office/2007/relationships/hdphoto" Target="../media/hdphoto5.wdp"/></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hyperlink" Target="mailto:Info@osas.sa" TargetMode="External"/><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5.png"/><Relationship Id="rId5" Type="http://schemas.microsoft.com/office/2007/relationships/hdphoto" Target="../media/hdphoto6.wdp"/><Relationship Id="rId10" Type="http://schemas.openxmlformats.org/officeDocument/2006/relationships/image" Target="../media/image14.png"/><Relationship Id="rId4" Type="http://schemas.openxmlformats.org/officeDocument/2006/relationships/image" Target="../media/image10.png"/><Relationship Id="rId9" Type="http://schemas.microsoft.com/office/2007/relationships/hdphoto" Target="../media/hdphoto7.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79">
            <a:extLst>
              <a:ext uri="{FF2B5EF4-FFF2-40B4-BE49-F238E27FC236}">
                <a16:creationId xmlns:a16="http://schemas.microsoft.com/office/drawing/2014/main" id="{D8B914C6-B2D1-1684-53FE-F23022FB21FD}"/>
              </a:ext>
            </a:extLst>
          </p:cNvPr>
          <p:cNvSpPr>
            <a:spLocks noChangeArrowheads="1"/>
          </p:cNvSpPr>
          <p:nvPr/>
        </p:nvSpPr>
        <p:spPr bwMode="auto">
          <a:xfrm>
            <a:off x="0" y="-413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ar-SA"/>
          </a:p>
        </p:txBody>
      </p:sp>
      <p:sp>
        <p:nvSpPr>
          <p:cNvPr id="11" name="Rectangle 80">
            <a:extLst>
              <a:ext uri="{FF2B5EF4-FFF2-40B4-BE49-F238E27FC236}">
                <a16:creationId xmlns:a16="http://schemas.microsoft.com/office/drawing/2014/main" id="{9E0C3696-7420-3335-2C8C-D8873F43D98D}"/>
              </a:ext>
            </a:extLst>
          </p:cNvPr>
          <p:cNvSpPr>
            <a:spLocks noChangeArrowheads="1"/>
          </p:cNvSpPr>
          <p:nvPr/>
        </p:nvSpPr>
        <p:spPr bwMode="auto">
          <a:xfrm>
            <a:off x="1" y="375869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ar-SA"/>
          </a:p>
        </p:txBody>
      </p:sp>
      <p:sp>
        <p:nvSpPr>
          <p:cNvPr id="13" name="Rectangle 100">
            <a:extLst>
              <a:ext uri="{FF2B5EF4-FFF2-40B4-BE49-F238E27FC236}">
                <a16:creationId xmlns:a16="http://schemas.microsoft.com/office/drawing/2014/main" id="{CB6B29AC-79A4-E877-85CB-6549EF3975C4}"/>
              </a:ext>
            </a:extLst>
          </p:cNvPr>
          <p:cNvSpPr>
            <a:spLocks noChangeArrowheads="1"/>
          </p:cNvSpPr>
          <p:nvPr/>
        </p:nvSpPr>
        <p:spPr bwMode="auto">
          <a:xfrm>
            <a:off x="0" y="77115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ar-SA"/>
          </a:p>
        </p:txBody>
      </p:sp>
      <p:sp>
        <p:nvSpPr>
          <p:cNvPr id="23" name="مربع نص 22">
            <a:extLst>
              <a:ext uri="{FF2B5EF4-FFF2-40B4-BE49-F238E27FC236}">
                <a16:creationId xmlns:a16="http://schemas.microsoft.com/office/drawing/2014/main" id="{958F14ED-8B6B-9FE3-3365-A2EC1EA56ED9}"/>
              </a:ext>
            </a:extLst>
          </p:cNvPr>
          <p:cNvSpPr txBox="1"/>
          <p:nvPr/>
        </p:nvSpPr>
        <p:spPr>
          <a:xfrm>
            <a:off x="3048000" y="2128650"/>
            <a:ext cx="6602896" cy="772904"/>
          </a:xfrm>
          <a:prstGeom prst="rect">
            <a:avLst/>
          </a:prstGeom>
          <a:noFill/>
        </p:spPr>
        <p:txBody>
          <a:bodyPr wrap="square" anchor="ctr">
            <a:spAutoFit/>
          </a:bodyPr>
          <a:lstStyle/>
          <a:p>
            <a:pPr rtl="1">
              <a:lnSpc>
                <a:spcPct val="107000"/>
              </a:lnSpc>
              <a:spcAft>
                <a:spcPts val="800"/>
              </a:spcAft>
            </a:pPr>
            <a:r>
              <a:rPr lang="ar-SA" sz="4400" dirty="0">
                <a:solidFill>
                  <a:srgbClr val="00B0F0"/>
                </a:solidFill>
                <a:latin typeface="Aptos" panose="020B0004020202020204" pitchFamily="34" charset="0"/>
                <a:ea typeface="Aptos" panose="020B0004020202020204" pitchFamily="34" charset="0"/>
                <a:cs typeface="Almohanad long kaf" panose="02020603020101020101" pitchFamily="18" charset="0"/>
              </a:rPr>
              <a:t>العرض</a:t>
            </a:r>
            <a:r>
              <a:rPr lang="ar-SA" sz="2800" dirty="0">
                <a:solidFill>
                  <a:srgbClr val="404040"/>
                </a:solidFill>
                <a:latin typeface="Aptos" panose="020B0004020202020204" pitchFamily="34" charset="0"/>
                <a:ea typeface="Aptos" panose="020B0004020202020204" pitchFamily="34" charset="0"/>
                <a:cs typeface="Almohanad long kaf" panose="02020603020101020101" pitchFamily="18" charset="0"/>
              </a:rPr>
              <a:t> </a:t>
            </a:r>
            <a:r>
              <a:rPr lang="ar-SA" sz="4400" dirty="0">
                <a:solidFill>
                  <a:srgbClr val="00B0F0"/>
                </a:solidFill>
                <a:latin typeface="Aptos" panose="020B0004020202020204" pitchFamily="34" charset="0"/>
                <a:ea typeface="Aptos" panose="020B0004020202020204" pitchFamily="34" charset="0"/>
                <a:cs typeface="Almohanad long kaf" panose="02020603020101020101" pitchFamily="18" charset="0"/>
              </a:rPr>
              <a:t>الفني </a:t>
            </a:r>
            <a:r>
              <a:rPr lang="ar-SA" sz="2800" dirty="0">
                <a:solidFill>
                  <a:srgbClr val="7030A0"/>
                </a:solidFill>
                <a:latin typeface="Aptos" panose="020B0004020202020204" pitchFamily="34" charset="0"/>
                <a:ea typeface="Aptos" panose="020B0004020202020204" pitchFamily="34" charset="0"/>
                <a:cs typeface="Almohanad long kaf" panose="02020603020101020101" pitchFamily="18" charset="0"/>
              </a:rPr>
              <a:t>لخدمات أسس الأسطول</a:t>
            </a:r>
            <a:endParaRPr lang="en-US" sz="1600" dirty="0">
              <a:latin typeface="Aptos" panose="020B0004020202020204" pitchFamily="34" charset="0"/>
              <a:ea typeface="Aptos" panose="020B0004020202020204" pitchFamily="34" charset="0"/>
              <a:cs typeface="Arial" panose="020B0604020202020204" pitchFamily="34" charset="0"/>
            </a:endParaRPr>
          </a:p>
        </p:txBody>
      </p:sp>
      <p:sp>
        <p:nvSpPr>
          <p:cNvPr id="24" name="مربع نص 161">
            <a:extLst>
              <a:ext uri="{FF2B5EF4-FFF2-40B4-BE49-F238E27FC236}">
                <a16:creationId xmlns:a16="http://schemas.microsoft.com/office/drawing/2014/main" id="{B12E3974-8A65-3D07-036E-4FC54AF21320}"/>
              </a:ext>
            </a:extLst>
          </p:cNvPr>
          <p:cNvSpPr txBox="1"/>
          <p:nvPr/>
        </p:nvSpPr>
        <p:spPr>
          <a:xfrm flipH="1">
            <a:off x="2414910" y="4225295"/>
            <a:ext cx="7114540" cy="18466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685800" tIns="0" rIns="1600200" bIns="0" numCol="1" spcCol="0" rtlCol="0" fromWordArt="0" anchor="t" anchorCtr="0" forceAA="0" compatLnSpc="1">
            <a:prstTxWarp prst="textNoShape">
              <a:avLst/>
            </a:prstTxWarp>
            <a:spAutoFit/>
          </a:bodyPr>
          <a:lstStyle/>
          <a:p>
            <a:pPr algn="l" rtl="1">
              <a:buNone/>
            </a:pPr>
            <a:r>
              <a:rPr lang="ar-SA" sz="1200">
                <a:solidFill>
                  <a:srgbClr val="7030A0"/>
                </a:solidFill>
                <a:ea typeface="Times New Roman" panose="02020603050405020304" pitchFamily="18" charset="0"/>
                <a:cs typeface="Almohanad long kaf" panose="02020603020101020101" pitchFamily="18" charset="0"/>
              </a:rPr>
              <a:t>     </a:t>
            </a:r>
            <a:endParaRPr lang="en-US" sz="1100" dirty="0">
              <a:ea typeface="Times New Roman" panose="02020603050405020304" pitchFamily="18" charset="0"/>
              <a:cs typeface="Arial" panose="020B0604020202020204" pitchFamily="34" charset="0"/>
            </a:endParaRPr>
          </a:p>
        </p:txBody>
      </p:sp>
      <p:sp>
        <p:nvSpPr>
          <p:cNvPr id="25" name="مربع نص 161">
            <a:extLst>
              <a:ext uri="{FF2B5EF4-FFF2-40B4-BE49-F238E27FC236}">
                <a16:creationId xmlns:a16="http://schemas.microsoft.com/office/drawing/2014/main" id="{9DB070C0-AC78-744D-5232-4B858A93EC90}"/>
              </a:ext>
            </a:extLst>
          </p:cNvPr>
          <p:cNvSpPr txBox="1"/>
          <p:nvPr/>
        </p:nvSpPr>
        <p:spPr>
          <a:xfrm flipH="1">
            <a:off x="2414910" y="4632647"/>
            <a:ext cx="7114540" cy="18466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685800" tIns="0" rIns="1600200" bIns="0" numCol="1" spcCol="0" rtlCol="0" fromWordArt="0" anchor="t" anchorCtr="0" forceAA="0" compatLnSpc="1">
            <a:prstTxWarp prst="textNoShape">
              <a:avLst/>
            </a:prstTxWarp>
            <a:spAutoFit/>
          </a:bodyPr>
          <a:lstStyle/>
          <a:p>
            <a:pPr algn="l" rtl="1">
              <a:buNone/>
            </a:pPr>
            <a:r>
              <a:rPr lang="ar-SA" sz="1200" dirty="0">
                <a:solidFill>
                  <a:srgbClr val="7030A0"/>
                </a:solidFill>
                <a:ea typeface="Times New Roman" panose="02020603050405020304" pitchFamily="18" charset="0"/>
                <a:cs typeface="Almohanad long kaf" panose="02020603020101020101" pitchFamily="18" charset="0"/>
              </a:rPr>
              <a:t>     </a:t>
            </a:r>
            <a:endParaRPr lang="en-US" sz="1100" dirty="0">
              <a:ea typeface="Times New Roman" panose="02020603050405020304" pitchFamily="18" charset="0"/>
              <a:cs typeface="Arial" panose="020B0604020202020204" pitchFamily="34" charset="0"/>
            </a:endParaRPr>
          </a:p>
        </p:txBody>
      </p:sp>
      <p:sp>
        <p:nvSpPr>
          <p:cNvPr id="26" name="Rectangle 113">
            <a:extLst>
              <a:ext uri="{FF2B5EF4-FFF2-40B4-BE49-F238E27FC236}">
                <a16:creationId xmlns:a16="http://schemas.microsoft.com/office/drawing/2014/main" id="{6A7D653C-DC72-4B46-EAB7-46A721CEE556}"/>
              </a:ext>
            </a:extLst>
          </p:cNvPr>
          <p:cNvSpPr>
            <a:spLocks noChangeArrowheads="1"/>
          </p:cNvSpPr>
          <p:nvPr/>
        </p:nvSpPr>
        <p:spPr bwMode="auto">
          <a:xfrm>
            <a:off x="12007270" y="43939"/>
            <a:ext cx="1847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r" defTabSz="914354" rtl="1" eaLnBrk="0" fontAlgn="base" hangingPunct="0">
              <a:spcBef>
                <a:spcPct val="0"/>
              </a:spcBef>
              <a:spcAft>
                <a:spcPct val="0"/>
              </a:spcAft>
            </a:pPr>
            <a:endParaRPr lang="ar-SA" altLang="ar-SA" dirty="0">
              <a:latin typeface="Arial" panose="020B0604020202020204" pitchFamily="34" charset="0"/>
              <a:cs typeface="Arial" panose="020B0604020202020204" pitchFamily="34" charset="0"/>
            </a:endParaRPr>
          </a:p>
        </p:txBody>
      </p:sp>
      <p:sp>
        <p:nvSpPr>
          <p:cNvPr id="27" name="مربع نص 26">
            <a:extLst>
              <a:ext uri="{FF2B5EF4-FFF2-40B4-BE49-F238E27FC236}">
                <a16:creationId xmlns:a16="http://schemas.microsoft.com/office/drawing/2014/main" id="{C50417CA-8E40-DB0C-8D4E-7C7FFB273739}"/>
              </a:ext>
            </a:extLst>
          </p:cNvPr>
          <p:cNvSpPr txBox="1"/>
          <p:nvPr/>
        </p:nvSpPr>
        <p:spPr>
          <a:xfrm>
            <a:off x="1792988" y="3801608"/>
            <a:ext cx="4179189" cy="646331"/>
          </a:xfrm>
          <a:prstGeom prst="rect">
            <a:avLst/>
          </a:prstGeom>
          <a:noFill/>
        </p:spPr>
        <p:txBody>
          <a:bodyPr wrap="square" rtlCol="1">
            <a:spAutoFit/>
          </a:bodyPr>
          <a:lstStyle/>
          <a:p>
            <a:r>
              <a:rPr lang="ar-SA" altLang="ar-SA" dirty="0">
                <a:solidFill>
                  <a:srgbClr val="7030A0"/>
                </a:solidFill>
                <a:latin typeface="Almohanad long kaf" panose="02020603020101020101" pitchFamily="18" charset="0"/>
                <a:ea typeface="Times New Roman" panose="02020603050405020304" pitchFamily="18" charset="0"/>
                <a:cs typeface="Almohanad long kaf" panose="02020603020101020101" pitchFamily="18" charset="0"/>
              </a:rPr>
              <a:t>نرتقي بإدارة أسطولكم إلى مستوى استثنائي</a:t>
            </a:r>
            <a:endParaRPr lang="ar-SA" altLang="ar-SA" sz="2800" dirty="0">
              <a:latin typeface="Arial" panose="020B0604020202020204" pitchFamily="34" charset="0"/>
            </a:endParaRPr>
          </a:p>
          <a:p>
            <a:endParaRPr lang="ar-SA" dirty="0"/>
          </a:p>
        </p:txBody>
      </p:sp>
      <p:grpSp>
        <p:nvGrpSpPr>
          <p:cNvPr id="2" name="مجموعة 1">
            <a:extLst>
              <a:ext uri="{FF2B5EF4-FFF2-40B4-BE49-F238E27FC236}">
                <a16:creationId xmlns:a16="http://schemas.microsoft.com/office/drawing/2014/main" id="{0DBB4EE3-408C-00CC-ACA5-5DECA2D483DB}"/>
              </a:ext>
            </a:extLst>
          </p:cNvPr>
          <p:cNvGrpSpPr/>
          <p:nvPr/>
        </p:nvGrpSpPr>
        <p:grpSpPr>
          <a:xfrm>
            <a:off x="0" y="114276"/>
            <a:ext cx="690490" cy="6572004"/>
            <a:chOff x="0" y="114276"/>
            <a:chExt cx="690490" cy="6572004"/>
          </a:xfrm>
        </p:grpSpPr>
        <p:pic>
          <p:nvPicPr>
            <p:cNvPr id="1102" name="Picture 78">
              <a:extLst>
                <a:ext uri="{FF2B5EF4-FFF2-40B4-BE49-F238E27FC236}">
                  <a16:creationId xmlns:a16="http://schemas.microsoft.com/office/drawing/2014/main" id="{2F39D1D2-95FC-BDA7-F0ED-399C20E69A89}"/>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114276"/>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78">
              <a:extLst>
                <a:ext uri="{FF2B5EF4-FFF2-40B4-BE49-F238E27FC236}">
                  <a16:creationId xmlns:a16="http://schemas.microsoft.com/office/drawing/2014/main" id="{8F7098D7-8008-8A51-FB0F-1F70C66BE362}"/>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907375"/>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78">
              <a:extLst>
                <a:ext uri="{FF2B5EF4-FFF2-40B4-BE49-F238E27FC236}">
                  <a16:creationId xmlns:a16="http://schemas.microsoft.com/office/drawing/2014/main" id="{ACBC67F9-D250-D1CF-E124-E712B0FBB74A}"/>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490704"/>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78">
              <a:extLst>
                <a:ext uri="{FF2B5EF4-FFF2-40B4-BE49-F238E27FC236}">
                  <a16:creationId xmlns:a16="http://schemas.microsoft.com/office/drawing/2014/main" id="{D4B97E8A-311B-2E4C-59CB-65C4334C2119}"/>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1357955"/>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78">
              <a:extLst>
                <a:ext uri="{FF2B5EF4-FFF2-40B4-BE49-F238E27FC236}">
                  <a16:creationId xmlns:a16="http://schemas.microsoft.com/office/drawing/2014/main" id="{BE71685E-3347-5335-0615-AB772250CA99}"/>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1752219"/>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78">
              <a:extLst>
                <a:ext uri="{FF2B5EF4-FFF2-40B4-BE49-F238E27FC236}">
                  <a16:creationId xmlns:a16="http://schemas.microsoft.com/office/drawing/2014/main" id="{EA2E0247-5979-373C-254C-6962D279DC6F}"/>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2545318"/>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78">
              <a:extLst>
                <a:ext uri="{FF2B5EF4-FFF2-40B4-BE49-F238E27FC236}">
                  <a16:creationId xmlns:a16="http://schemas.microsoft.com/office/drawing/2014/main" id="{7566AED6-B39C-5308-D18E-7A54A241043D}"/>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2128647"/>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78">
              <a:extLst>
                <a:ext uri="{FF2B5EF4-FFF2-40B4-BE49-F238E27FC236}">
                  <a16:creationId xmlns:a16="http://schemas.microsoft.com/office/drawing/2014/main" id="{B5C86433-32C3-A049-D675-4964A6D4E167}"/>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2995898"/>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78">
              <a:extLst>
                <a:ext uri="{FF2B5EF4-FFF2-40B4-BE49-F238E27FC236}">
                  <a16:creationId xmlns:a16="http://schemas.microsoft.com/office/drawing/2014/main" id="{FDBA068D-12D2-78C6-40A1-A328074825A6}"/>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3379010"/>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78">
              <a:extLst>
                <a:ext uri="{FF2B5EF4-FFF2-40B4-BE49-F238E27FC236}">
                  <a16:creationId xmlns:a16="http://schemas.microsoft.com/office/drawing/2014/main" id="{BF633996-122B-0AEB-739C-F03EEE0F3A0F}"/>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4172109"/>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78">
              <a:extLst>
                <a:ext uri="{FF2B5EF4-FFF2-40B4-BE49-F238E27FC236}">
                  <a16:creationId xmlns:a16="http://schemas.microsoft.com/office/drawing/2014/main" id="{DF8ED060-1402-020C-D969-86E8F808BF16}"/>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3755438"/>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78">
              <a:extLst>
                <a:ext uri="{FF2B5EF4-FFF2-40B4-BE49-F238E27FC236}">
                  <a16:creationId xmlns:a16="http://schemas.microsoft.com/office/drawing/2014/main" id="{880BA0EA-8AED-E808-D9F4-EF983EFC3CEF}"/>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4622689"/>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78">
              <a:extLst>
                <a:ext uri="{FF2B5EF4-FFF2-40B4-BE49-F238E27FC236}">
                  <a16:creationId xmlns:a16="http://schemas.microsoft.com/office/drawing/2014/main" id="{74ED94AC-0529-4280-08A3-A48DA8F1DFA5}"/>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5073269"/>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78">
              <a:extLst>
                <a:ext uri="{FF2B5EF4-FFF2-40B4-BE49-F238E27FC236}">
                  <a16:creationId xmlns:a16="http://schemas.microsoft.com/office/drawing/2014/main" id="{1D40BDAF-23F3-0BE6-8BF7-A307B13CD13D}"/>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5866368"/>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78">
              <a:extLst>
                <a:ext uri="{FF2B5EF4-FFF2-40B4-BE49-F238E27FC236}">
                  <a16:creationId xmlns:a16="http://schemas.microsoft.com/office/drawing/2014/main" id="{B37363B0-D33C-6271-9EAD-587D17178882}"/>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5449697"/>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78">
              <a:extLst>
                <a:ext uri="{FF2B5EF4-FFF2-40B4-BE49-F238E27FC236}">
                  <a16:creationId xmlns:a16="http://schemas.microsoft.com/office/drawing/2014/main" id="{19B6EB5B-E757-4FF6-1B37-08A3CCAC9B6C}"/>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6316948"/>
              <a:ext cx="690490" cy="369332"/>
            </a:xfrm>
            <a:prstGeom prst="rect">
              <a:avLst/>
            </a:prstGeom>
            <a:noFill/>
            <a:extLst>
              <a:ext uri="{909E8E84-426E-40DD-AFC4-6F175D3DCCD1}">
                <a14:hiddenFill xmlns:a14="http://schemas.microsoft.com/office/drawing/2010/main">
                  <a:solidFill>
                    <a:srgbClr val="FFFFFF"/>
                  </a:solidFill>
                </a14:hiddenFill>
              </a:ext>
            </a:extLst>
          </p:spPr>
        </p:pic>
      </p:grpSp>
      <p:sp>
        <p:nvSpPr>
          <p:cNvPr id="54" name="مربع نص 53">
            <a:extLst>
              <a:ext uri="{FF2B5EF4-FFF2-40B4-BE49-F238E27FC236}">
                <a16:creationId xmlns:a16="http://schemas.microsoft.com/office/drawing/2014/main" id="{F33FEFED-070E-9D3A-E6ED-5B7819EE1778}"/>
              </a:ext>
            </a:extLst>
          </p:cNvPr>
          <p:cNvSpPr txBox="1"/>
          <p:nvPr/>
        </p:nvSpPr>
        <p:spPr>
          <a:xfrm>
            <a:off x="6096000" y="6132283"/>
            <a:ext cx="4236398" cy="369332"/>
          </a:xfrm>
          <a:prstGeom prst="rect">
            <a:avLst/>
          </a:prstGeom>
          <a:noFill/>
        </p:spPr>
        <p:txBody>
          <a:bodyPr wrap="square" rtlCol="1" anchor="ctr">
            <a:spAutoFit/>
          </a:bodyPr>
          <a:lstStyle/>
          <a:p>
            <a:pPr algn="ctr" rtl="1"/>
            <a:r>
              <a:rPr lang="ar-SA"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موجه: إلى: قيادة القوات الخاصة للأمن البيئي</a:t>
            </a:r>
          </a:p>
        </p:txBody>
      </p:sp>
      <p:sp>
        <p:nvSpPr>
          <p:cNvPr id="56" name="مربع نص 55">
            <a:extLst>
              <a:ext uri="{FF2B5EF4-FFF2-40B4-BE49-F238E27FC236}">
                <a16:creationId xmlns:a16="http://schemas.microsoft.com/office/drawing/2014/main" id="{D755E938-427F-FD55-3EC2-C5CEA7E83E6A}"/>
              </a:ext>
            </a:extLst>
          </p:cNvPr>
          <p:cNvSpPr txBox="1"/>
          <p:nvPr/>
        </p:nvSpPr>
        <p:spPr>
          <a:xfrm>
            <a:off x="2543176" y="6132282"/>
            <a:ext cx="1914525" cy="369332"/>
          </a:xfrm>
          <a:prstGeom prst="rect">
            <a:avLst/>
          </a:prstGeom>
          <a:noFill/>
        </p:spPr>
        <p:txBody>
          <a:bodyPr wrap="square" rtlCol="1" anchor="ctr">
            <a:spAutoFit/>
          </a:bodyPr>
          <a:lstStyle/>
          <a:p>
            <a:pPr algn="ctr" rtl="1"/>
            <a:r>
              <a:rPr lang="ar-SA"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2025/10/18</a:t>
            </a:r>
          </a:p>
        </p:txBody>
      </p:sp>
    </p:spTree>
    <p:extLst>
      <p:ext uri="{BB962C8B-B14F-4D97-AF65-F5344CB8AC3E}">
        <p14:creationId xmlns:p14="http://schemas.microsoft.com/office/powerpoint/2010/main" val="1675570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BD366BC0-16AA-8FA3-101B-3BE0FECF1247}"/>
              </a:ext>
            </a:extLst>
          </p:cNvPr>
          <p:cNvSpPr txBox="1"/>
          <p:nvPr/>
        </p:nvSpPr>
        <p:spPr>
          <a:xfrm>
            <a:off x="3262969" y="1070276"/>
            <a:ext cx="8258476" cy="4939814"/>
          </a:xfrm>
          <a:prstGeom prst="rect">
            <a:avLst/>
          </a:prstGeom>
          <a:noFill/>
        </p:spPr>
        <p:txBody>
          <a:bodyPr wrap="square" rtlCol="1" anchor="ctr">
            <a:spAutoFit/>
          </a:bodyPr>
          <a:lstStyle/>
          <a:p>
            <a:pPr algn="r"/>
            <a:r>
              <a:rPr lang="ar-SA" dirty="0">
                <a:solidFill>
                  <a:srgbClr val="00B0F0"/>
                </a:solidFill>
                <a:latin typeface="29LT Azer" panose="00000500000000000000" pitchFamily="50" charset="-78"/>
                <a:ea typeface="Almohanad long kaf" panose="02020603020101020101" pitchFamily="18" charset="0"/>
                <a:cs typeface="29LT Azer" panose="00000500000000000000" pitchFamily="50" charset="-78"/>
              </a:rPr>
              <a:t>يتضمن هذا العرض التالي:</a:t>
            </a:r>
            <a:endPar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endParaRP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المقدمة</a:t>
            </a:r>
          </a:p>
          <a:p>
            <a:pPr marL="285744" indent="-285744" algn="r" rtl="1">
              <a:lnSpc>
                <a:spcPct val="150000"/>
              </a:lnSpc>
              <a:buFont typeface="Wingdings" panose="05000000000000000000" pitchFamily="2" charset="2"/>
              <a:buChar char="Ø"/>
            </a:pPr>
            <a:r>
              <a:rPr lang="ar-SA" dirty="0" err="1">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الرؤيه</a:t>
            </a: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 والرسالة</a:t>
            </a:r>
            <a:endParaRPr lang="en-US"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endParaRP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الأهداف</a:t>
            </a: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نطاق الخدمات</a:t>
            </a:r>
            <a:endParaRPr lang="en-US"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endParaRP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المواصفات التشغيلية </a:t>
            </a: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مميزات النظام</a:t>
            </a: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آليه العمل بالنظام</a:t>
            </a: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أسعار الخدمات </a:t>
            </a: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الخاتمة </a:t>
            </a:r>
            <a:endParaRPr lang="en-US"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endParaRPr>
          </a:p>
          <a:p>
            <a:pPr algn="r" rtl="1"/>
            <a:endParaRPr lang="en-US" dirty="0">
              <a:latin typeface="Almohanad long kaf" panose="02020603020101020101" pitchFamily="18" charset="0"/>
              <a:ea typeface="Almohanad long kaf" panose="02020603020101020101" pitchFamily="18" charset="0"/>
              <a:cs typeface="Almohanad long kaf" panose="02020603020101020101" pitchFamily="18" charset="0"/>
            </a:endParaRPr>
          </a:p>
          <a:p>
            <a:pPr algn="r"/>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a:p>
            <a:pPr algn="r"/>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4" name="صورة 3" descr="صورة تحتوي على نص, رسم, التصميم, توضيح&#10;&#10;قد يكون المحتوى الذي تم إنشاؤه بواسطة الذكاء الاصطناعي غير صحيح.">
            <a:extLst>
              <a:ext uri="{FF2B5EF4-FFF2-40B4-BE49-F238E27FC236}">
                <a16:creationId xmlns:a16="http://schemas.microsoft.com/office/drawing/2014/main" id="{C13D928B-A0BF-C7AE-070A-10F65DD3F9B2}"/>
              </a:ext>
            </a:extLst>
          </p:cNvPr>
          <p:cNvPicPr>
            <a:picLocks noChangeAspect="1"/>
          </p:cNvPicPr>
          <p:nvPr/>
        </p:nvPicPr>
        <p:blipFill>
          <a:blip r:embed="rId3">
            <a:alphaModFix amt="70000"/>
            <a:extLst>
              <a:ext uri="{BEBA8EAE-BF5A-486C-A8C5-ECC9F3942E4B}">
                <a14:imgProps xmlns:a14="http://schemas.microsoft.com/office/drawing/2010/main">
                  <a14:imgLayer r:embed="rId4">
                    <a14:imgEffect>
                      <a14:backgroundRemoval t="10000" b="90000" l="10000" r="9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2895600"/>
            <a:ext cx="3962400" cy="3962400"/>
          </a:xfrm>
          <a:prstGeom prst="rect">
            <a:avLst/>
          </a:prstGeom>
        </p:spPr>
      </p:pic>
    </p:spTree>
    <p:extLst>
      <p:ext uri="{BB962C8B-B14F-4D97-AF65-F5344CB8AC3E}">
        <p14:creationId xmlns:p14="http://schemas.microsoft.com/office/powerpoint/2010/main" val="2239859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744398AB-BB5C-DCC4-8DAB-D7AE30B8356B}"/>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B9970FA2-253E-1646-6B53-B6114A9E4FB8}"/>
              </a:ext>
            </a:extLst>
          </p:cNvPr>
          <p:cNvSpPr txBox="1"/>
          <p:nvPr/>
        </p:nvSpPr>
        <p:spPr>
          <a:xfrm>
            <a:off x="628650" y="1164501"/>
            <a:ext cx="11102345" cy="3970318"/>
          </a:xfrm>
          <a:prstGeom prst="rect">
            <a:avLst/>
          </a:prstGeom>
          <a:noFill/>
        </p:spPr>
        <p:txBody>
          <a:bodyPr wrap="square" rtlCol="1" anchor="ctr">
            <a:spAutoFit/>
          </a:bodyPr>
          <a:lstStyle/>
          <a:p>
            <a:pPr algn="r" rtl="1"/>
            <a:r>
              <a:rPr lang="ar-SA" dirty="0">
                <a:solidFill>
                  <a:srgbClr val="00B0F0"/>
                </a:solidFill>
                <a:latin typeface="29LT Azer" panose="00000500000000000000" pitchFamily="50" charset="-78"/>
                <a:cs typeface="29LT Azer" panose="00000500000000000000" pitchFamily="50" charset="-78"/>
              </a:rPr>
              <a:t>من نحن</a:t>
            </a:r>
            <a:br>
              <a:rPr lang="ar-SA" dirty="0">
                <a:solidFill>
                  <a:srgbClr val="00B0F0"/>
                </a:solidFill>
                <a:latin typeface="29LT Azer" panose="00000500000000000000" pitchFamily="50" charset="-78"/>
                <a:cs typeface="29LT Azer" panose="00000500000000000000" pitchFamily="50" charset="-78"/>
              </a:rPr>
            </a:br>
            <a:br>
              <a:rPr lang="ar-SA" dirty="0">
                <a:solidFill>
                  <a:srgbClr val="7030A0"/>
                </a:solidFill>
                <a:latin typeface="29LT Azer" panose="00000500000000000000" pitchFamily="50" charset="-78"/>
                <a:cs typeface="29LT Azer" panose="00000500000000000000" pitchFamily="50" charset="-78"/>
              </a:rPr>
            </a:br>
            <a:r>
              <a:rPr lang="en-US" dirty="0">
                <a:solidFill>
                  <a:srgbClr val="7030A0"/>
                </a:solidFill>
                <a:latin typeface="29LT Azer" panose="00000500000000000000" pitchFamily="50" charset="-78"/>
                <a:cs typeface="29LT Azer" panose="00000500000000000000" pitchFamily="50" charset="-78"/>
              </a:rPr>
              <a:t>بدأت رحلتنا عام 2020 من خلال مشروع Biker المتخصص في الغسيل المتنقل، ثم توسعنا بخطى ثابتة حتى أصبحنا اليوم منصة رقمية متكاملة تقدم كافة خدمات المركبات </a:t>
            </a:r>
            <a:r>
              <a:rPr lang="ar-SA" dirty="0">
                <a:solidFill>
                  <a:srgbClr val="7030A0"/>
                </a:solidFill>
                <a:latin typeface="29LT Azer" panose="00000500000000000000" pitchFamily="50" charset="-78"/>
                <a:cs typeface="29LT Azer" panose="00000500000000000000" pitchFamily="50" charset="-78"/>
              </a:rPr>
              <a:t>بتغطية واسعة تشمل جميع </a:t>
            </a:r>
            <a:r>
              <a:rPr lang="en-US" dirty="0">
                <a:solidFill>
                  <a:srgbClr val="7030A0"/>
                </a:solidFill>
                <a:latin typeface="29LT Azer" panose="00000500000000000000" pitchFamily="50" charset="-78"/>
                <a:cs typeface="29LT Azer" panose="00000500000000000000" pitchFamily="50" charset="-78"/>
              </a:rPr>
              <a:t>مناطق المملكة، مخصصة لخدمة الشركات والجهات الحكومية عبر نظام إلكتروني موثوق يضمن الجودة والسرعة والشفافية.</a:t>
            </a:r>
            <a:endParaRPr lang="ar-SA" dirty="0">
              <a:solidFill>
                <a:srgbClr val="7030A0"/>
              </a:solidFill>
              <a:latin typeface="29LT Azer" panose="00000500000000000000" pitchFamily="50" charset="-78"/>
              <a:cs typeface="29LT Azer" panose="00000500000000000000" pitchFamily="50" charset="-78"/>
            </a:endParaRPr>
          </a:p>
          <a:p>
            <a:pPr algn="r" rtl="1"/>
            <a:endParaRPr lang="ar-SA" dirty="0">
              <a:solidFill>
                <a:srgbClr val="0070C0"/>
              </a:solidFill>
              <a:latin typeface="29LT Azer" panose="00000500000000000000" pitchFamily="50" charset="-78"/>
              <a:cs typeface="29LT Azer" panose="00000500000000000000" pitchFamily="50" charset="-78"/>
            </a:endParaRPr>
          </a:p>
          <a:p>
            <a:pPr algn="r" rtl="1"/>
            <a:r>
              <a:rPr lang="ar-SA" dirty="0">
                <a:solidFill>
                  <a:srgbClr val="00B0F0"/>
                </a:solidFill>
                <a:latin typeface="29LT Azer" panose="00000500000000000000" pitchFamily="50" charset="-78"/>
                <a:cs typeface="29LT Azer" panose="00000500000000000000" pitchFamily="50" charset="-78"/>
              </a:rPr>
              <a:t>رؤيتنا</a:t>
            </a:r>
            <a:r>
              <a:rPr lang="ar-SA" dirty="0">
                <a:solidFill>
                  <a:srgbClr val="7030A0"/>
                </a:solidFill>
                <a:latin typeface="29LT Azer" panose="00000500000000000000" pitchFamily="50" charset="-78"/>
                <a:cs typeface="29LT Azer" panose="00000500000000000000" pitchFamily="50" charset="-78"/>
              </a:rPr>
              <a:t> </a:t>
            </a:r>
          </a:p>
          <a:p>
            <a:pPr algn="r" rtl="1"/>
            <a:r>
              <a:rPr lang="ar-SA" dirty="0">
                <a:solidFill>
                  <a:srgbClr val="7030A0"/>
                </a:solidFill>
                <a:latin typeface="29LT Azer" panose="00000500000000000000" pitchFamily="50" charset="-78"/>
                <a:cs typeface="29LT Azer" panose="00000500000000000000" pitchFamily="50" charset="-78"/>
              </a:rPr>
              <a:t>أن نكون المنصة الرائدة والأكثر ثقة في المملكة العربية السعودية في مجال الربط الذكي بين مزودي خدمات المركبات وطالبيها، بجودة عالية وسرعة في الأداء</a:t>
            </a:r>
            <a:r>
              <a:rPr lang="ar-SA" dirty="0">
                <a:solidFill>
                  <a:srgbClr val="00B0F0"/>
                </a:solidFill>
                <a:latin typeface="29LT Azer" panose="00000500000000000000" pitchFamily="50" charset="-78"/>
                <a:cs typeface="29LT Azer" panose="00000500000000000000" pitchFamily="50" charset="-78"/>
              </a:rPr>
              <a:t>.</a:t>
            </a:r>
          </a:p>
          <a:p>
            <a:pPr algn="r" rtl="1"/>
            <a:endParaRPr lang="ar-SA" dirty="0">
              <a:solidFill>
                <a:srgbClr val="0070C0"/>
              </a:solidFill>
              <a:latin typeface="29LT Azer" panose="00000500000000000000" pitchFamily="50" charset="-78"/>
              <a:cs typeface="29LT Azer" panose="00000500000000000000" pitchFamily="50" charset="-78"/>
            </a:endParaRPr>
          </a:p>
          <a:p>
            <a:pPr algn="r" rtl="1"/>
            <a:r>
              <a:rPr lang="ar-SA" dirty="0">
                <a:solidFill>
                  <a:srgbClr val="00B0F0"/>
                </a:solidFill>
                <a:latin typeface="29LT Azer" panose="00000500000000000000" pitchFamily="50" charset="-78"/>
                <a:cs typeface="29LT Azer" panose="00000500000000000000" pitchFamily="50" charset="-78"/>
              </a:rPr>
              <a:t>رسالتنا</a:t>
            </a:r>
          </a:p>
          <a:p>
            <a:pPr algn="r" rtl="1"/>
            <a:r>
              <a:rPr lang="ar-SA" dirty="0">
                <a:solidFill>
                  <a:srgbClr val="7030A0"/>
                </a:solidFill>
                <a:latin typeface="29LT Azer" panose="00000500000000000000" pitchFamily="50" charset="-78"/>
                <a:cs typeface="29LT Azer" panose="00000500000000000000" pitchFamily="50" charset="-78"/>
              </a:rPr>
              <a:t>تقديم تجربة فريدة ومتكاملة لخدمات المركبات عبر منصة إلكترونية ذكية، تضمن الجودة، السرعة، والراحة للعملاء.</a:t>
            </a:r>
          </a:p>
          <a:p>
            <a:pPr algn="r" rtl="1"/>
            <a:endParaRPr lang="ar-SA" dirty="0">
              <a:solidFill>
                <a:srgbClr val="0070C0"/>
              </a:solidFill>
              <a:latin typeface="29LT Azer" panose="00000500000000000000" pitchFamily="50" charset="-78"/>
              <a:cs typeface="29LT Azer" panose="00000500000000000000" pitchFamily="50" charset="-78"/>
            </a:endParaRP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spTree>
    <p:extLst>
      <p:ext uri="{BB962C8B-B14F-4D97-AF65-F5344CB8AC3E}">
        <p14:creationId xmlns:p14="http://schemas.microsoft.com/office/powerpoint/2010/main" val="3924077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B0207747-6997-E1DF-D620-A042A849E674}"/>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37CF98E9-1289-4D35-F850-8AEAC503D7E4}"/>
              </a:ext>
            </a:extLst>
          </p:cNvPr>
          <p:cNvSpPr txBox="1"/>
          <p:nvPr/>
        </p:nvSpPr>
        <p:spPr>
          <a:xfrm>
            <a:off x="628650" y="887503"/>
            <a:ext cx="11102345" cy="4524315"/>
          </a:xfrm>
          <a:prstGeom prst="rect">
            <a:avLst/>
          </a:prstGeom>
          <a:noFill/>
        </p:spPr>
        <p:txBody>
          <a:bodyPr wrap="square" rtlCol="1" anchor="ctr">
            <a:spAutoFit/>
          </a:bodyPr>
          <a:lstStyle/>
          <a:p>
            <a:pPr algn="r" rtl="1">
              <a:lnSpc>
                <a:spcPct val="150000"/>
              </a:lnSpc>
            </a:pPr>
            <a:br>
              <a:rPr lang="ar-SA" dirty="0">
                <a:solidFill>
                  <a:srgbClr val="00B0F0"/>
                </a:solidFill>
                <a:latin typeface="29LT Azer" panose="00000500000000000000" pitchFamily="50" charset="-78"/>
                <a:cs typeface="29LT Azer" panose="00000500000000000000" pitchFamily="50" charset="-78"/>
              </a:rPr>
            </a:br>
            <a:r>
              <a:rPr lang="ar-SA" dirty="0">
                <a:solidFill>
                  <a:srgbClr val="00B0F0"/>
                </a:solidFill>
                <a:latin typeface="29LT Azer" panose="00000500000000000000" pitchFamily="50" charset="-78"/>
                <a:cs typeface="29LT Azer" panose="00000500000000000000" pitchFamily="50" charset="-78"/>
              </a:rPr>
              <a:t>أهداف المنصة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a:t>
            </a:r>
            <a:r>
              <a:rPr lang="ar-SA" dirty="0" err="1">
                <a:solidFill>
                  <a:srgbClr val="7030A0"/>
                </a:solidFill>
                <a:latin typeface="29LT Azer" panose="00000500000000000000" pitchFamily="50" charset="-78"/>
                <a:cs typeface="29LT Azer" panose="00000500000000000000" pitchFamily="50" charset="-78"/>
              </a:rPr>
              <a:t>رقمنة</a:t>
            </a:r>
            <a:r>
              <a:rPr lang="ar-SA" dirty="0">
                <a:solidFill>
                  <a:srgbClr val="7030A0"/>
                </a:solidFill>
                <a:latin typeface="29LT Azer" panose="00000500000000000000" pitchFamily="50" charset="-78"/>
                <a:cs typeface="29LT Azer" panose="00000500000000000000" pitchFamily="50" charset="-78"/>
              </a:rPr>
              <a:t> خدمات المركبات لتوفير تجربة رقمية متكاملة.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رفع جودة الخدمات من خلال تقييم المزودين وتأهيلهم.</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دعم إدارة وصيانة أساطيل الجهات الحكومية والشركات الخاصة.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خفض التكاليف التشغيلية عبر منصة موحدة تغني عن التعامل مع جهات متعددة.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تغطية جميع مناطق المملكة بخدمات ثابتة ومتنقلة.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بناء شراكات استراتيجية مع الجهات الحكومية والموردين المحليين.</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تعزيز الشفافية والثقة من خلال الفوترة الإلكترونية وتتبع الطلبات وضمان حقوق الأطراف.</a:t>
            </a:r>
          </a:p>
          <a:p>
            <a:pPr algn="r" rtl="1">
              <a:lnSpc>
                <a:spcPct val="150000"/>
              </a:lnSpc>
            </a:pPr>
            <a:endParaRPr lang="ar-SA" dirty="0">
              <a:solidFill>
                <a:srgbClr val="0070C0"/>
              </a:solidFill>
              <a:latin typeface="29LT Azer" panose="00000500000000000000" pitchFamily="50" charset="-78"/>
              <a:cs typeface="29LT Azer" panose="00000500000000000000" pitchFamily="50" charset="-78"/>
            </a:endParaRP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4" name="صورة 3" descr="صورة تحتوي على الرسومات, شعار, تصميم الجرافيك, رمز&#10;&#10;قد يكون المحتوى الذي تم إنشاؤه بواسطة الذكاء الاصطناعي غير صحيح.">
            <a:extLst>
              <a:ext uri="{FF2B5EF4-FFF2-40B4-BE49-F238E27FC236}">
                <a16:creationId xmlns:a16="http://schemas.microsoft.com/office/drawing/2014/main" id="{6A55262A-C0FF-7209-8415-D11789FE6F7A}"/>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331304" y="3714723"/>
            <a:ext cx="3021496" cy="3021496"/>
          </a:xfrm>
          <a:prstGeom prst="rect">
            <a:avLst/>
          </a:prstGeom>
        </p:spPr>
      </p:pic>
    </p:spTree>
    <p:extLst>
      <p:ext uri="{BB962C8B-B14F-4D97-AF65-F5344CB8AC3E}">
        <p14:creationId xmlns:p14="http://schemas.microsoft.com/office/powerpoint/2010/main" val="1824966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3FF0C49E-9A16-ADCC-A9E2-2B0778C790BF}"/>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D7A8C729-CB63-05C8-0E70-3DC0F7B91E88}"/>
              </a:ext>
            </a:extLst>
          </p:cNvPr>
          <p:cNvSpPr txBox="1"/>
          <p:nvPr/>
        </p:nvSpPr>
        <p:spPr>
          <a:xfrm>
            <a:off x="647700" y="841678"/>
            <a:ext cx="11102345" cy="4939814"/>
          </a:xfrm>
          <a:prstGeom prst="rect">
            <a:avLst/>
          </a:prstGeom>
          <a:noFill/>
        </p:spPr>
        <p:txBody>
          <a:bodyPr wrap="square" rtlCol="1" anchor="ctr">
            <a:spAutoFit/>
          </a:bodyPr>
          <a:lstStyle/>
          <a:p>
            <a:pPr algn="r" rtl="1">
              <a:lnSpc>
                <a:spcPct val="150000"/>
              </a:lnSpc>
            </a:pPr>
            <a:r>
              <a:rPr lang="ar-SA" dirty="0">
                <a:solidFill>
                  <a:srgbClr val="00B0F0"/>
                </a:solidFill>
                <a:latin typeface="29LT Azer" panose="00000500000000000000" pitchFamily="50" charset="-78"/>
                <a:cs typeface="29LT Azer" panose="00000500000000000000" pitchFamily="50" charset="-78"/>
              </a:rPr>
              <a:t>نطاق الخدمات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خدمات العناية والصيانة الشاملة للمركبات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غسيل ثابت ومتنقل: تنظيف داخلي وخارجي.</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تلميع داخلي وخارجي: تحسين مظهر المركبة وإزالة الخدوش السطحية.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تغيير الزيوت والفلاتر: استخدام زيوت معتمدة وفق مواصفات المصنع.</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الصيانة الدورية والوقائية: فحص شامل للمركبة لضمان جاهزيتها التشغيلية.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الكهرباء والميكانيكا: إصلاح الأعطال الكهربائية والميكانيكية وفق معايير الجودة.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السمكرة والدهان: أعمال الإصلاح التجميلي والحماية الخارجية للمركبة.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تبديل الإطارات والبطاريات: خدمات متكاملة بمنتجات أصلية مضمونة الأداء</a:t>
            </a:r>
          </a:p>
          <a:p>
            <a:pPr algn="r" rtl="1">
              <a:lnSpc>
                <a:spcPct val="150000"/>
              </a:lnSpc>
            </a:pPr>
            <a:endParaRPr lang="ar-SA" dirty="0">
              <a:solidFill>
                <a:srgbClr val="7030A0"/>
              </a:solidFill>
              <a:latin typeface="29LT Azer" panose="00000500000000000000" pitchFamily="50" charset="-78"/>
              <a:cs typeface="29LT Azer" panose="00000500000000000000" pitchFamily="50" charset="-78"/>
            </a:endParaRPr>
          </a:p>
          <a:p>
            <a:pPr algn="r" rtl="1">
              <a:lnSpc>
                <a:spcPct val="150000"/>
              </a:lnSpc>
            </a:pPr>
            <a:endParaRPr lang="ar-SA" dirty="0">
              <a:solidFill>
                <a:srgbClr val="0070C0"/>
              </a:solidFill>
              <a:latin typeface="29LT Azer" panose="00000500000000000000" pitchFamily="50" charset="-78"/>
              <a:cs typeface="29LT Azer" panose="00000500000000000000" pitchFamily="50" charset="-78"/>
            </a:endParaRP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2" name="صورة 1" descr="صورة تحتوي على رمز&#10;&#10;قد يكون المحتوى الذي تم إنشاؤه بواسطة الذكاء الاصطناعي غير صحيح.">
            <a:extLst>
              <a:ext uri="{FF2B5EF4-FFF2-40B4-BE49-F238E27FC236}">
                <a16:creationId xmlns:a16="http://schemas.microsoft.com/office/drawing/2014/main" id="{8DAE8649-1859-ADAA-E983-9AD30C860D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005" y="3429000"/>
            <a:ext cx="3081130" cy="3081130"/>
          </a:xfrm>
          <a:prstGeom prst="rect">
            <a:avLst/>
          </a:prstGeom>
        </p:spPr>
      </p:pic>
    </p:spTree>
    <p:extLst>
      <p:ext uri="{BB962C8B-B14F-4D97-AF65-F5344CB8AC3E}">
        <p14:creationId xmlns:p14="http://schemas.microsoft.com/office/powerpoint/2010/main" val="904938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56ECADFE-53F7-B6BE-36AB-A7E3FA0F7CBF}"/>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7BC24EC4-B1BC-1F71-2E7D-87D588ABA801}"/>
              </a:ext>
            </a:extLst>
          </p:cNvPr>
          <p:cNvSpPr txBox="1"/>
          <p:nvPr/>
        </p:nvSpPr>
        <p:spPr>
          <a:xfrm>
            <a:off x="544827" y="1122025"/>
            <a:ext cx="11102345" cy="3693319"/>
          </a:xfrm>
          <a:prstGeom prst="rect">
            <a:avLst/>
          </a:prstGeom>
          <a:noFill/>
        </p:spPr>
        <p:txBody>
          <a:bodyPr wrap="square" rtlCol="1" anchor="ctr">
            <a:spAutoFit/>
          </a:bodyPr>
          <a:lstStyle/>
          <a:p>
            <a:pPr algn="r" rtl="1">
              <a:lnSpc>
                <a:spcPct val="150000"/>
              </a:lnSpc>
            </a:pPr>
            <a:r>
              <a:rPr lang="ar-SA" dirty="0">
                <a:solidFill>
                  <a:srgbClr val="00B0F0"/>
                </a:solidFill>
                <a:latin typeface="29LT Azer" panose="00000500000000000000" pitchFamily="50" charset="-78"/>
                <a:cs typeface="29LT Azer" panose="00000500000000000000" pitchFamily="50" charset="-78"/>
              </a:rPr>
              <a:t>نطاق الخدمات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خدمات إدارة وتشغيل الأساطيل</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نظام تتبع المركبات لحظيًا </a:t>
            </a:r>
            <a:r>
              <a:rPr lang="en-US" dirty="0">
                <a:solidFill>
                  <a:srgbClr val="7030A0"/>
                </a:solidFill>
                <a:latin typeface="29LT Azer" panose="00000500000000000000" pitchFamily="50" charset="-78"/>
                <a:cs typeface="29LT Azer" panose="00000500000000000000" pitchFamily="50" charset="-78"/>
              </a:rPr>
              <a:t>GPS</a:t>
            </a:r>
          </a:p>
          <a:p>
            <a:pPr algn="r" rtl="1">
              <a:lnSpc>
                <a:spcPct val="150000"/>
              </a:lnSpc>
            </a:pPr>
            <a:r>
              <a:rPr lang="en-US" dirty="0">
                <a:solidFill>
                  <a:srgbClr val="7030A0"/>
                </a:solidFill>
                <a:latin typeface="29LT Azer" panose="00000500000000000000" pitchFamily="50" charset="-78"/>
                <a:cs typeface="29LT Azer" panose="00000500000000000000" pitchFamily="50" charset="-78"/>
              </a:rPr>
              <a:t>• </a:t>
            </a:r>
            <a:r>
              <a:rPr lang="ar-SA" dirty="0">
                <a:solidFill>
                  <a:srgbClr val="7030A0"/>
                </a:solidFill>
                <a:latin typeface="29LT Azer" panose="00000500000000000000" pitchFamily="50" charset="-78"/>
                <a:cs typeface="29LT Azer" panose="00000500000000000000" pitchFamily="50" charset="-78"/>
              </a:rPr>
              <a:t>ربط العدادات والقراءات اللحظية للمركبات.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تنبيهات فورية للأعطال والصيانة الوقائية.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لوحة تحكم رقمية لإدارة الطلبات ومتابعة الأداء.</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نظام فوترة إلكتروني متكامل مع الجهات الحكومية والخاصة.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تقارير تشغيلية وتحليلية دورية تساعد في اتخاذ القرار.</a:t>
            </a: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2" name="صورة 1" descr="صورة تحتوي على رمز&#10;&#10;قد يكون المحتوى الذي تم إنشاؤه بواسطة الذكاء الاصطناعي غير صحيح.">
            <a:extLst>
              <a:ext uri="{FF2B5EF4-FFF2-40B4-BE49-F238E27FC236}">
                <a16:creationId xmlns:a16="http://schemas.microsoft.com/office/drawing/2014/main" id="{F836B20E-0140-E772-B908-784CFA794C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005" y="3429000"/>
            <a:ext cx="3081130" cy="3081130"/>
          </a:xfrm>
          <a:prstGeom prst="rect">
            <a:avLst/>
          </a:prstGeom>
        </p:spPr>
      </p:pic>
    </p:spTree>
    <p:extLst>
      <p:ext uri="{BB962C8B-B14F-4D97-AF65-F5344CB8AC3E}">
        <p14:creationId xmlns:p14="http://schemas.microsoft.com/office/powerpoint/2010/main" val="963999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A1A70DCD-4705-D7FD-A84F-E31A7485C0A3}"/>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C8792EC0-CF04-C71E-FD13-9596B5D4C89A}"/>
              </a:ext>
            </a:extLst>
          </p:cNvPr>
          <p:cNvSpPr txBox="1"/>
          <p:nvPr/>
        </p:nvSpPr>
        <p:spPr>
          <a:xfrm>
            <a:off x="628650" y="1303000"/>
            <a:ext cx="11102345" cy="3693319"/>
          </a:xfrm>
          <a:prstGeom prst="rect">
            <a:avLst/>
          </a:prstGeom>
          <a:noFill/>
        </p:spPr>
        <p:txBody>
          <a:bodyPr wrap="square" rtlCol="1" anchor="ctr">
            <a:spAutoFit/>
          </a:bodyPr>
          <a:lstStyle/>
          <a:p>
            <a:pPr algn="r" rtl="1">
              <a:lnSpc>
                <a:spcPct val="150000"/>
              </a:lnSpc>
            </a:pPr>
            <a:r>
              <a:rPr lang="ar-SA" dirty="0">
                <a:solidFill>
                  <a:srgbClr val="00B0F0"/>
                </a:solidFill>
                <a:latin typeface="29LT Azer" panose="00000500000000000000" pitchFamily="50" charset="-78"/>
                <a:cs typeface="29LT Azer" panose="00000500000000000000" pitchFamily="50" charset="-78"/>
              </a:rPr>
              <a:t>نطاق الخدمات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الخدمات اللوجستية والدعم الميداني</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المساعدة على الطريق: دعم فني عاجل للحالات الطارئة (بطارية، وقود، بنشر، سحب).</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نقل المركبات داخل المدن وبين المناطق: نقل آمن وسريع عبر ناقلات مجهزة.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الخدمات المتنقلة للمواقع النائية: فرق تشغيل ميدانية مجهزة لخدمة الأساطيل في الميدان.</a:t>
            </a:r>
          </a:p>
          <a:p>
            <a:pPr algn="r" rtl="1">
              <a:lnSpc>
                <a:spcPct val="150000"/>
              </a:lnSpc>
            </a:pPr>
            <a:endParaRPr lang="ar-SA" dirty="0">
              <a:solidFill>
                <a:srgbClr val="7030A0"/>
              </a:solidFill>
              <a:latin typeface="29LT Azer" panose="00000500000000000000" pitchFamily="50" charset="-78"/>
              <a:cs typeface="29LT Azer" panose="00000500000000000000" pitchFamily="50" charset="-78"/>
            </a:endParaRPr>
          </a:p>
          <a:p>
            <a:pPr algn="r" rtl="1">
              <a:lnSpc>
                <a:spcPct val="150000"/>
              </a:lnSpc>
            </a:pPr>
            <a:endParaRPr lang="ar-SA" dirty="0">
              <a:solidFill>
                <a:srgbClr val="7030A0"/>
              </a:solidFill>
              <a:latin typeface="29LT Azer" panose="00000500000000000000" pitchFamily="50" charset="-78"/>
              <a:cs typeface="29LT Azer" panose="00000500000000000000" pitchFamily="50" charset="-78"/>
            </a:endParaRP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a:t>
            </a: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2" name="صورة 1" descr="صورة تحتوي على رمز&#10;&#10;قد يكون المحتوى الذي تم إنشاؤه بواسطة الذكاء الاصطناعي غير صحيح.">
            <a:extLst>
              <a:ext uri="{FF2B5EF4-FFF2-40B4-BE49-F238E27FC236}">
                <a16:creationId xmlns:a16="http://schemas.microsoft.com/office/drawing/2014/main" id="{85B1B9D0-985B-4CBC-8DDE-58851E6F6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005" y="3429000"/>
            <a:ext cx="3081130" cy="3081130"/>
          </a:xfrm>
          <a:prstGeom prst="rect">
            <a:avLst/>
          </a:prstGeom>
        </p:spPr>
      </p:pic>
    </p:spTree>
    <p:extLst>
      <p:ext uri="{BB962C8B-B14F-4D97-AF65-F5344CB8AC3E}">
        <p14:creationId xmlns:p14="http://schemas.microsoft.com/office/powerpoint/2010/main" val="46427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A3F2A0C2-BDFD-685F-483C-E4FA963A7FD0}"/>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AE78A919-813A-5863-5B6A-FBBA5EAAC719}"/>
              </a:ext>
            </a:extLst>
          </p:cNvPr>
          <p:cNvSpPr txBox="1"/>
          <p:nvPr/>
        </p:nvSpPr>
        <p:spPr>
          <a:xfrm>
            <a:off x="628650" y="1095251"/>
            <a:ext cx="11102345" cy="4108817"/>
          </a:xfrm>
          <a:prstGeom prst="rect">
            <a:avLst/>
          </a:prstGeom>
          <a:noFill/>
        </p:spPr>
        <p:txBody>
          <a:bodyPr wrap="square" rtlCol="1" anchor="ctr">
            <a:spAutoFit/>
          </a:bodyPr>
          <a:lstStyle/>
          <a:p>
            <a:pPr algn="r" rtl="1">
              <a:lnSpc>
                <a:spcPct val="150000"/>
              </a:lnSpc>
            </a:pPr>
            <a:r>
              <a:rPr lang="ar-SA" dirty="0">
                <a:solidFill>
                  <a:srgbClr val="00B0F0"/>
                </a:solidFill>
                <a:latin typeface="29LT Azer" panose="00000500000000000000" pitchFamily="50" charset="-78"/>
                <a:cs typeface="29LT Azer" panose="00000500000000000000" pitchFamily="50" charset="-78"/>
              </a:rPr>
              <a:t>نطاق الخدمات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خدمات التأمين والتقدير والفحص</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التأمين الشامل للمركبات عبر الربط مع شركات التأمين المعتمدة.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تقدير الأضرار وفق معايير نظام تقدير المعتمد.</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الفحص الدوري والفني لضمان الالتزام بمتطلبات السلامة والجودة.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خدمات قطع الغيار والمزادات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توفير قطع الغيار الأصلية والمعتمدة بجميع أنواعها.</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إدارة المزادات الدورية للمركبات عبر منصة إلكترونية منظمة.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دعم إدارة المستودعات وتوريد القطع بآلية موثوقة وشفافة</a:t>
            </a: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6" name="صورة 5" descr="صورة تحتوي على رمز&#10;&#10;قد يكون المحتوى الذي تم إنشاؤه بواسطة الذكاء الاصطناعي غير صحيح.">
            <a:extLst>
              <a:ext uri="{FF2B5EF4-FFF2-40B4-BE49-F238E27FC236}">
                <a16:creationId xmlns:a16="http://schemas.microsoft.com/office/drawing/2014/main" id="{8BF97A91-B0DE-BC25-4E0D-8BB7B5CCC8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005" y="3429000"/>
            <a:ext cx="3081130" cy="3081130"/>
          </a:xfrm>
          <a:prstGeom prst="rect">
            <a:avLst/>
          </a:prstGeom>
        </p:spPr>
      </p:pic>
    </p:spTree>
    <p:extLst>
      <p:ext uri="{BB962C8B-B14F-4D97-AF65-F5344CB8AC3E}">
        <p14:creationId xmlns:p14="http://schemas.microsoft.com/office/powerpoint/2010/main" val="1866804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5140A4B8-CD44-8F00-27DC-96B159D769BA}"/>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BF0060CB-A615-009F-7817-EE700447079B}"/>
              </a:ext>
            </a:extLst>
          </p:cNvPr>
          <p:cNvSpPr txBox="1"/>
          <p:nvPr/>
        </p:nvSpPr>
        <p:spPr>
          <a:xfrm>
            <a:off x="628650" y="1718498"/>
            <a:ext cx="11102345" cy="2862322"/>
          </a:xfrm>
          <a:prstGeom prst="rect">
            <a:avLst/>
          </a:prstGeom>
          <a:noFill/>
        </p:spPr>
        <p:txBody>
          <a:bodyPr wrap="square" rtlCol="1" anchor="ctr">
            <a:spAutoFit/>
          </a:bodyPr>
          <a:lstStyle/>
          <a:p>
            <a:pPr algn="r" rtl="1">
              <a:lnSpc>
                <a:spcPct val="150000"/>
              </a:lnSpc>
            </a:pPr>
            <a:r>
              <a:rPr lang="ar-SA" dirty="0">
                <a:solidFill>
                  <a:srgbClr val="00B0F0"/>
                </a:solidFill>
                <a:latin typeface="29LT Azer" panose="00000500000000000000" pitchFamily="50" charset="-78"/>
                <a:cs typeface="29LT Azer" panose="00000500000000000000" pitchFamily="50" charset="-78"/>
              </a:rPr>
              <a:t>المواصفات التشغيلية العامة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a:t>
            </a:r>
            <a:r>
              <a:rPr lang="ar-SA" dirty="0">
                <a:solidFill>
                  <a:srgbClr val="00B0F0"/>
                </a:solidFill>
                <a:latin typeface="29LT Azer" panose="00000500000000000000" pitchFamily="50" charset="-78"/>
                <a:cs typeface="29LT Azer" panose="00000500000000000000" pitchFamily="50" charset="-78"/>
              </a:rPr>
              <a:t> </a:t>
            </a:r>
            <a:r>
              <a:rPr lang="ar-SA" dirty="0">
                <a:solidFill>
                  <a:srgbClr val="7030A0"/>
                </a:solidFill>
                <a:latin typeface="29LT Azer" panose="00000500000000000000" pitchFamily="50" charset="-78"/>
                <a:cs typeface="29LT Azer" panose="00000500000000000000" pitchFamily="50" charset="-78"/>
              </a:rPr>
              <a:t>جميع الخدمات تُنفّذ عبر مزودين معتمدين بعد اجتياز معايير الجودة الخاصة بالمنصة.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متابعة أداء المزودين من خلال فريق جودة داخلي متخصص.</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توثيق جميع العمليات رقميًا داخل النظام.</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تقديم تقارير أداء شهرية للجهات المستفيدة.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الالتزام بمعايير البيئة والسلامة المهنية المعتمدة في المملكة.</a:t>
            </a: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2" name="صورة 1" descr="صورة تحتوي على الحاسوب, حاسوب محمول, دائرة, لقطة شاشة&#10;&#10;قد يكون المحتوى الذي تم إنشاؤه بواسطة الذكاء الاصطناعي غير صحيح.">
            <a:extLst>
              <a:ext uri="{FF2B5EF4-FFF2-40B4-BE49-F238E27FC236}">
                <a16:creationId xmlns:a16="http://schemas.microsoft.com/office/drawing/2014/main" id="{7315118C-8496-A5BE-91A7-FFDB43242556}"/>
              </a:ext>
            </a:extLst>
          </p:cNvPr>
          <p:cNvPicPr>
            <a:picLocks noChangeAspect="1"/>
          </p:cNvPicPr>
          <p:nvPr/>
        </p:nvPicPr>
        <p:blipFill>
          <a:blip r:embed="rId3">
            <a:alphaModFix amt="85000"/>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tretch>
            <a:fillRect/>
          </a:stretch>
        </p:blipFill>
        <p:spPr>
          <a:xfrm flipH="1">
            <a:off x="229439" y="3429000"/>
            <a:ext cx="2961860" cy="3275032"/>
          </a:xfrm>
          <a:prstGeom prst="rect">
            <a:avLst/>
          </a:prstGeom>
        </p:spPr>
      </p:pic>
    </p:spTree>
    <p:extLst>
      <p:ext uri="{BB962C8B-B14F-4D97-AF65-F5344CB8AC3E}">
        <p14:creationId xmlns:p14="http://schemas.microsoft.com/office/powerpoint/2010/main" val="929264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A5562842-4D17-0D50-1D2D-09CE9EBD72F7}"/>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1877E68C-6CDA-76E9-5FFF-6171C4FD778F}"/>
              </a:ext>
            </a:extLst>
          </p:cNvPr>
          <p:cNvSpPr txBox="1"/>
          <p:nvPr/>
        </p:nvSpPr>
        <p:spPr>
          <a:xfrm>
            <a:off x="628650" y="887501"/>
            <a:ext cx="11102345" cy="4524315"/>
          </a:xfrm>
          <a:prstGeom prst="rect">
            <a:avLst/>
          </a:prstGeom>
          <a:noFill/>
        </p:spPr>
        <p:txBody>
          <a:bodyPr wrap="square" rtlCol="1" anchor="ctr">
            <a:spAutoFit/>
          </a:bodyPr>
          <a:lstStyle/>
          <a:p>
            <a:pPr algn="r" rtl="1">
              <a:lnSpc>
                <a:spcPct val="150000"/>
              </a:lnSpc>
            </a:pPr>
            <a:r>
              <a:rPr lang="ar-SA" dirty="0">
                <a:solidFill>
                  <a:srgbClr val="00B0F0"/>
                </a:solidFill>
                <a:latin typeface="29LT Azer" panose="00000500000000000000" pitchFamily="50" charset="-78"/>
                <a:cs typeface="29LT Azer" panose="00000500000000000000" pitchFamily="50" charset="-78"/>
              </a:rPr>
              <a:t>مميزات منصة أسس الأسطول</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منصة موحدة لجميع خدمات المركبات.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نظام رقمي متكامل للفوترة وإدارة العمليات.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مدير حساب مخصص لكل جهة عميلة.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خدمات متنقلة تصل إلى موقع العميل.</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نظام وقائي لتتبع أعطال المركبات وتحليل الأداء.</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تغطية جغرافية شاملة لجميع مناطق المملكة.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باقات مرنة تناسب حجم الأسطول واحتياج الجهة.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دليل إلكتروني شامل للمزودين المعتمدين.</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ضمانات جودة والتزام.</a:t>
            </a: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7" name="صورة 6" descr="صورة تحتوي على الحاسوب, حاسوب محمول, نص, التصميم&#10;&#10;قد يكون المحتوى الذي تم إنشاؤه بواسطة الذكاء الاصطناعي غير صحيح.">
            <a:extLst>
              <a:ext uri="{FF2B5EF4-FFF2-40B4-BE49-F238E27FC236}">
                <a16:creationId xmlns:a16="http://schemas.microsoft.com/office/drawing/2014/main" id="{6F8E9701-5523-2170-1578-53FD48AF83D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flipH="1">
            <a:off x="222169" y="4133119"/>
            <a:ext cx="3233299" cy="2155533"/>
          </a:xfrm>
          <a:prstGeom prst="rect">
            <a:avLst/>
          </a:prstGeom>
        </p:spPr>
      </p:pic>
    </p:spTree>
    <p:extLst>
      <p:ext uri="{BB962C8B-B14F-4D97-AF65-F5344CB8AC3E}">
        <p14:creationId xmlns:p14="http://schemas.microsoft.com/office/powerpoint/2010/main" val="3415222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1E1D35E7-4796-AEC0-ABAF-AA80C1AD9F4D}"/>
            </a:ext>
          </a:extLst>
        </p:cNvPr>
        <p:cNvGrpSpPr/>
        <p:nvPr/>
      </p:nvGrpSpPr>
      <p:grpSpPr>
        <a:xfrm>
          <a:off x="0" y="0"/>
          <a:ext cx="0" cy="0"/>
          <a:chOff x="0" y="0"/>
          <a:chExt cx="0" cy="0"/>
        </a:xfrm>
      </p:grpSpPr>
      <p:pic>
        <p:nvPicPr>
          <p:cNvPr id="5" name="صورة 4" descr="صورة تحتوي على تلبيس, الأحذية, رسوم متحركة&#10;&#10;قد يكون المحتوى الذي تم إنشاؤه بواسطة الذكاء الاصطناعي غير صحيح.">
            <a:extLst>
              <a:ext uri="{FF2B5EF4-FFF2-40B4-BE49-F238E27FC236}">
                <a16:creationId xmlns:a16="http://schemas.microsoft.com/office/drawing/2014/main" id="{B6A7FD99-AADA-CC9C-8E74-6B69E76BEA19}"/>
              </a:ext>
            </a:extLst>
          </p:cNvPr>
          <p:cNvPicPr>
            <a:picLocks noChangeAspect="1"/>
          </p:cNvPicPr>
          <p:nvPr/>
        </p:nvPicPr>
        <p:blipFill>
          <a:blip r:embed="rId3">
            <a:alphaModFix amt="70000"/>
            <a:extLst>
              <a:ext uri="{BEBA8EAE-BF5A-486C-A8C5-ECC9F3942E4B}">
                <a14:imgProps xmlns:a14="http://schemas.microsoft.com/office/drawing/2010/main">
                  <a14:imgLayer r:embed="rId4">
                    <a14:imgEffect>
                      <a14:backgroundRemoval t="10000" b="90000" l="10000" r="90000"/>
                    </a14:imgEffect>
                    <a14:imgEffect>
                      <a14:saturation sat="20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72246" y="3429000"/>
            <a:ext cx="2461593" cy="3334400"/>
          </a:xfrm>
          <a:prstGeom prst="rect">
            <a:avLst/>
          </a:prstGeom>
        </p:spPr>
      </p:pic>
      <p:sp>
        <p:nvSpPr>
          <p:cNvPr id="2" name="مربع نص 1">
            <a:extLst>
              <a:ext uri="{FF2B5EF4-FFF2-40B4-BE49-F238E27FC236}">
                <a16:creationId xmlns:a16="http://schemas.microsoft.com/office/drawing/2014/main" id="{DDD81F0C-EB53-8645-6697-D5F806BE966B}"/>
              </a:ext>
            </a:extLst>
          </p:cNvPr>
          <p:cNvSpPr txBox="1"/>
          <p:nvPr/>
        </p:nvSpPr>
        <p:spPr>
          <a:xfrm>
            <a:off x="4295775" y="1581150"/>
            <a:ext cx="7077075" cy="2966197"/>
          </a:xfrm>
          <a:prstGeom prst="rect">
            <a:avLst/>
          </a:prstGeom>
          <a:noFill/>
        </p:spPr>
        <p:txBody>
          <a:bodyPr wrap="square" rtlCol="1">
            <a:spAutoFit/>
          </a:bodyPr>
          <a:lstStyle/>
          <a:p>
            <a:pPr algn="r" rtl="1">
              <a:lnSpc>
                <a:spcPct val="150000"/>
              </a:lnSpc>
            </a:pPr>
            <a:r>
              <a:rPr lang="ar-SA" dirty="0">
                <a:solidFill>
                  <a:srgbClr val="00B0F0"/>
                </a:solidFill>
                <a:latin typeface="29LT Azer" panose="00000500000000000000" pitchFamily="50" charset="-78"/>
                <a:cs typeface="29LT Azer" panose="00000500000000000000" pitchFamily="50" charset="-78"/>
              </a:rPr>
              <a:t>آلية العمل عبر المنصة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تسجيل الجهة في منصة أسس الأسطول.</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اختيار الخدمة المطلوبة وتحديد المركبة والموقع.</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توجيه الطلب تلقائيًا لأقرب مزود معتمد.</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تنفيذ الخدمة ومتابعتها عبر النظام.</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خصم المبلغ من المحفظة الرقمية للعميل وإصدار فاتورة إلكترونية.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تقييم الخدمة من قبل العميل لتعزيز الرقابة والجودة.</a:t>
            </a:r>
          </a:p>
        </p:txBody>
      </p:sp>
    </p:spTree>
    <p:extLst>
      <p:ext uri="{BB962C8B-B14F-4D97-AF65-F5344CB8AC3E}">
        <p14:creationId xmlns:p14="http://schemas.microsoft.com/office/powerpoint/2010/main" val="2355093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C59876D2-517A-BECB-F7C4-5FA38DDF63C7}"/>
            </a:ext>
          </a:extLst>
        </p:cNvPr>
        <p:cNvGrpSpPr/>
        <p:nvPr/>
      </p:nvGrpSpPr>
      <p:grpSpPr>
        <a:xfrm>
          <a:off x="0" y="0"/>
          <a:ext cx="0" cy="0"/>
          <a:chOff x="0" y="0"/>
          <a:chExt cx="0" cy="0"/>
        </a:xfrm>
      </p:grpSpPr>
      <p:sp>
        <p:nvSpPr>
          <p:cNvPr id="2" name="مربع نص 1">
            <a:extLst>
              <a:ext uri="{FF2B5EF4-FFF2-40B4-BE49-F238E27FC236}">
                <a16:creationId xmlns:a16="http://schemas.microsoft.com/office/drawing/2014/main" id="{AEFF7A99-6866-F3C7-0C16-C94B341110C7}"/>
              </a:ext>
            </a:extLst>
          </p:cNvPr>
          <p:cNvSpPr txBox="1"/>
          <p:nvPr/>
        </p:nvSpPr>
        <p:spPr>
          <a:xfrm>
            <a:off x="-9624" y="2134286"/>
            <a:ext cx="11973827" cy="875561"/>
          </a:xfrm>
          <a:prstGeom prst="rect">
            <a:avLst/>
          </a:prstGeom>
          <a:noFill/>
          <a:ln>
            <a:solidFill>
              <a:schemeClr val="bg1"/>
            </a:solidFill>
          </a:ln>
        </p:spPr>
        <p:txBody>
          <a:bodyPr wrap="square" rtlCol="1" anchor="ctr">
            <a:spAutoFit/>
          </a:bodyPr>
          <a:lstStyle/>
          <a:p>
            <a:pPr algn="ctr" rtl="1">
              <a:lnSpc>
                <a:spcPct val="150000"/>
              </a:lnSpc>
              <a:spcAft>
                <a:spcPts val="800"/>
              </a:spcAft>
            </a:pPr>
            <a:r>
              <a:rPr lang="ar-SA" b="1"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تُقدَّم الأسعار في منصة أسس الأسطول بأسعار تنافسية تتوافق مع أسعار السوق، وتُعرض للعميل وفقًا للمزوّد والمنطقة، مما يتيح له اختيار الأنسب من حيث القيمة والجودة</a:t>
            </a:r>
            <a:endParaRPr lang="en-US" b="1"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endParaRPr>
          </a:p>
        </p:txBody>
      </p:sp>
      <p:sp>
        <p:nvSpPr>
          <p:cNvPr id="4" name="مربع نص 3">
            <a:extLst>
              <a:ext uri="{FF2B5EF4-FFF2-40B4-BE49-F238E27FC236}">
                <a16:creationId xmlns:a16="http://schemas.microsoft.com/office/drawing/2014/main" id="{92A6F6F7-D30D-13DF-8EA3-89995640666A}"/>
              </a:ext>
            </a:extLst>
          </p:cNvPr>
          <p:cNvSpPr txBox="1"/>
          <p:nvPr/>
        </p:nvSpPr>
        <p:spPr>
          <a:xfrm>
            <a:off x="2755733" y="1610026"/>
            <a:ext cx="7077075" cy="473206"/>
          </a:xfrm>
          <a:prstGeom prst="rect">
            <a:avLst/>
          </a:prstGeom>
          <a:noFill/>
        </p:spPr>
        <p:txBody>
          <a:bodyPr wrap="square" rtlCol="1">
            <a:spAutoFit/>
          </a:bodyPr>
          <a:lstStyle/>
          <a:p>
            <a:pPr algn="ctr" rtl="1">
              <a:lnSpc>
                <a:spcPct val="150000"/>
              </a:lnSpc>
            </a:pPr>
            <a:r>
              <a:rPr lang="ar-SA" dirty="0">
                <a:solidFill>
                  <a:srgbClr val="00B0F0"/>
                </a:solidFill>
                <a:latin typeface="29LT Azer" panose="00000500000000000000" pitchFamily="50" charset="-78"/>
                <a:cs typeface="29LT Azer" panose="00000500000000000000" pitchFamily="50" charset="-78"/>
              </a:rPr>
              <a:t>أسعار الخدمات </a:t>
            </a:r>
          </a:p>
        </p:txBody>
      </p:sp>
    </p:spTree>
    <p:extLst>
      <p:ext uri="{BB962C8B-B14F-4D97-AF65-F5344CB8AC3E}">
        <p14:creationId xmlns:p14="http://schemas.microsoft.com/office/powerpoint/2010/main" val="1958630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F43E96E2-6380-E203-BD3E-931403190A90}"/>
            </a:ext>
          </a:extLst>
        </p:cNvPr>
        <p:cNvGrpSpPr/>
        <p:nvPr/>
      </p:nvGrpSpPr>
      <p:grpSpPr>
        <a:xfrm>
          <a:off x="0" y="0"/>
          <a:ext cx="0" cy="0"/>
          <a:chOff x="0" y="0"/>
          <a:chExt cx="0" cy="0"/>
        </a:xfrm>
      </p:grpSpPr>
      <p:pic>
        <p:nvPicPr>
          <p:cNvPr id="7" name="صورة 6" descr="صورة تحتوي على الرسومات, شعار, تصميم الجرافيك, التصميم&#10;&#10;قد يكون المحتوى الذي تم إنشاؤه بواسطة الذكاء الاصطناعي غير صحيح.">
            <a:extLst>
              <a:ext uri="{FF2B5EF4-FFF2-40B4-BE49-F238E27FC236}">
                <a16:creationId xmlns:a16="http://schemas.microsoft.com/office/drawing/2014/main" id="{4FC02DA5-375F-AFB4-C870-ADF090E654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592" y="4721592"/>
            <a:ext cx="2983832" cy="1470059"/>
          </a:xfrm>
          <a:prstGeom prst="rect">
            <a:avLst/>
          </a:prstGeom>
        </p:spPr>
      </p:pic>
      <p:sp>
        <p:nvSpPr>
          <p:cNvPr id="2" name="مربع نص 1">
            <a:extLst>
              <a:ext uri="{FF2B5EF4-FFF2-40B4-BE49-F238E27FC236}">
                <a16:creationId xmlns:a16="http://schemas.microsoft.com/office/drawing/2014/main" id="{6C10F8D2-F6AE-A404-9DD3-10072330AEB4}"/>
              </a:ext>
            </a:extLst>
          </p:cNvPr>
          <p:cNvSpPr txBox="1"/>
          <p:nvPr/>
        </p:nvSpPr>
        <p:spPr>
          <a:xfrm>
            <a:off x="1" y="2903305"/>
            <a:ext cx="11973827" cy="338554"/>
          </a:xfrm>
          <a:prstGeom prst="rect">
            <a:avLst/>
          </a:prstGeom>
          <a:noFill/>
          <a:ln>
            <a:solidFill>
              <a:schemeClr val="bg1"/>
            </a:solidFill>
          </a:ln>
        </p:spPr>
        <p:txBody>
          <a:bodyPr wrap="square" rtlCol="1" anchor="ctr">
            <a:spAutoFit/>
          </a:bodyPr>
          <a:lstStyle/>
          <a:p>
            <a:pPr algn="r" rtl="1">
              <a:spcAft>
                <a:spcPts val="800"/>
              </a:spcAft>
            </a:pPr>
            <a:endParaRPr lang="en-US" sz="1600"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endParaRPr>
          </a:p>
        </p:txBody>
      </p:sp>
      <p:sp>
        <p:nvSpPr>
          <p:cNvPr id="4" name="مربع نص 3">
            <a:extLst>
              <a:ext uri="{FF2B5EF4-FFF2-40B4-BE49-F238E27FC236}">
                <a16:creationId xmlns:a16="http://schemas.microsoft.com/office/drawing/2014/main" id="{B8831BAD-7623-1325-6C04-73BF2DE1CB40}"/>
              </a:ext>
            </a:extLst>
          </p:cNvPr>
          <p:cNvSpPr txBox="1"/>
          <p:nvPr/>
        </p:nvSpPr>
        <p:spPr>
          <a:xfrm>
            <a:off x="762001" y="1581150"/>
            <a:ext cx="10610850" cy="2458365"/>
          </a:xfrm>
          <a:prstGeom prst="rect">
            <a:avLst/>
          </a:prstGeom>
          <a:noFill/>
        </p:spPr>
        <p:txBody>
          <a:bodyPr wrap="square" rtlCol="1">
            <a:spAutoFit/>
          </a:bodyPr>
          <a:lstStyle/>
          <a:p>
            <a:pPr algn="ctr" rtl="1">
              <a:lnSpc>
                <a:spcPct val="150000"/>
              </a:lnSpc>
            </a:pPr>
            <a:r>
              <a:rPr lang="ar-SA" sz="3200" dirty="0">
                <a:solidFill>
                  <a:srgbClr val="00B0F0"/>
                </a:solidFill>
                <a:latin typeface="29LT Azer" panose="00000500000000000000" pitchFamily="50" charset="-78"/>
                <a:cs typeface="29LT Azer" panose="00000500000000000000" pitchFamily="50" charset="-78"/>
              </a:rPr>
              <a:t>الخاتمة</a:t>
            </a:r>
          </a:p>
          <a:p>
            <a:pPr algn="ctr" rtl="1">
              <a:lnSpc>
                <a:spcPct val="150000"/>
              </a:lnSpc>
            </a:pPr>
            <a:r>
              <a:rPr lang="ar-SA" b="1" dirty="0">
                <a:solidFill>
                  <a:srgbClr val="7030A0"/>
                </a:solidFill>
                <a:latin typeface="29LT Azer" panose="00000500000000000000" pitchFamily="50" charset="-78"/>
                <a:cs typeface="29LT Azer" panose="00000500000000000000" pitchFamily="50" charset="-78"/>
              </a:rPr>
              <a:t>منصة أسس الأسطول تمثل الجيل الجديد من الحلول الرقمية المتكاملة لإدارة وصيانة المركبات في المملكة، حيث تدمج بين الجودة التشغيلية والتقنية المتقدمة لخدمة القطاعين العام والخاص. نؤمن بأن مستقبل الأساطيل يعتمد على التكامل، الشفافية، والابتكار، وهذا ما نجسده في كل خدمة نقدمها، لضمان رضا عملائنا وشركائنا في النجاح</a:t>
            </a:r>
          </a:p>
          <a:p>
            <a:pPr algn="r" rtl="1">
              <a:lnSpc>
                <a:spcPct val="150000"/>
              </a:lnSpc>
            </a:pPr>
            <a:endParaRPr lang="ar-SA" dirty="0">
              <a:solidFill>
                <a:srgbClr val="00B0F0"/>
              </a:solidFill>
              <a:latin typeface="29LT Azer" panose="00000500000000000000" pitchFamily="50" charset="-78"/>
              <a:cs typeface="29LT Azer" panose="00000500000000000000" pitchFamily="50" charset="-78"/>
            </a:endParaRPr>
          </a:p>
        </p:txBody>
      </p:sp>
    </p:spTree>
    <p:extLst>
      <p:ext uri="{BB962C8B-B14F-4D97-AF65-F5344CB8AC3E}">
        <p14:creationId xmlns:p14="http://schemas.microsoft.com/office/powerpoint/2010/main" val="4087947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1D39BA08-BBBE-2F50-54B1-A8BCFFAC9978}"/>
              </a:ext>
            </a:extLst>
          </p:cNvPr>
          <p:cNvSpPr txBox="1"/>
          <p:nvPr/>
        </p:nvSpPr>
        <p:spPr>
          <a:xfrm>
            <a:off x="3047202" y="1581572"/>
            <a:ext cx="6097604" cy="584775"/>
          </a:xfrm>
          <a:prstGeom prst="rect">
            <a:avLst/>
          </a:prstGeom>
          <a:noFill/>
        </p:spPr>
        <p:style>
          <a:lnRef idx="0">
            <a:schemeClr val="dk1"/>
          </a:lnRef>
          <a:fillRef idx="1003">
            <a:schemeClr val="lt2"/>
          </a:fillRef>
          <a:effectRef idx="3">
            <a:schemeClr val="dk1"/>
          </a:effectRef>
          <a:fontRef idx="minor">
            <a:schemeClr val="lt1"/>
          </a:fontRef>
        </p:style>
        <p:txBody>
          <a:bodyPr wrap="square">
            <a:spAutoFit/>
          </a:bodyPr>
          <a:lstStyle/>
          <a:p>
            <a:pPr algn="ctr"/>
            <a:r>
              <a:rPr lang="ar-SA" sz="3200" b="1"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إدارة أسطولك بذكاء مع أسس الأسطول</a:t>
            </a:r>
          </a:p>
        </p:txBody>
      </p:sp>
      <p:grpSp>
        <p:nvGrpSpPr>
          <p:cNvPr id="38" name="مجموعة 37">
            <a:extLst>
              <a:ext uri="{FF2B5EF4-FFF2-40B4-BE49-F238E27FC236}">
                <a16:creationId xmlns:a16="http://schemas.microsoft.com/office/drawing/2014/main" id="{121341EF-C699-587D-6B25-326AC3B7177E}"/>
              </a:ext>
            </a:extLst>
          </p:cNvPr>
          <p:cNvGrpSpPr/>
          <p:nvPr/>
        </p:nvGrpSpPr>
        <p:grpSpPr>
          <a:xfrm>
            <a:off x="11501509" y="153227"/>
            <a:ext cx="690491" cy="6572004"/>
            <a:chOff x="11501510" y="153224"/>
            <a:chExt cx="690490" cy="6572004"/>
          </a:xfrm>
        </p:grpSpPr>
        <p:pic>
          <p:nvPicPr>
            <p:cNvPr id="4" name="Picture 78">
              <a:extLst>
                <a:ext uri="{FF2B5EF4-FFF2-40B4-BE49-F238E27FC236}">
                  <a16:creationId xmlns:a16="http://schemas.microsoft.com/office/drawing/2014/main" id="{ED8D5374-E23B-EEF2-F5E7-12AB5C1FB584}"/>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153224"/>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78">
              <a:extLst>
                <a:ext uri="{FF2B5EF4-FFF2-40B4-BE49-F238E27FC236}">
                  <a16:creationId xmlns:a16="http://schemas.microsoft.com/office/drawing/2014/main" id="{EA2AD6CA-3E10-ADE9-79EC-5BB4FB68726B}"/>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946323"/>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78">
              <a:extLst>
                <a:ext uri="{FF2B5EF4-FFF2-40B4-BE49-F238E27FC236}">
                  <a16:creationId xmlns:a16="http://schemas.microsoft.com/office/drawing/2014/main" id="{9AEAC905-1471-48F6-112D-6112D0C79C21}"/>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529652"/>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78">
              <a:extLst>
                <a:ext uri="{FF2B5EF4-FFF2-40B4-BE49-F238E27FC236}">
                  <a16:creationId xmlns:a16="http://schemas.microsoft.com/office/drawing/2014/main" id="{F05E1FEE-3E13-0C68-35ED-0B5A8ABBC217}"/>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1396903"/>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8">
              <a:extLst>
                <a:ext uri="{FF2B5EF4-FFF2-40B4-BE49-F238E27FC236}">
                  <a16:creationId xmlns:a16="http://schemas.microsoft.com/office/drawing/2014/main" id="{3C595368-D69A-6DAC-57AE-B7BC6C771DB3}"/>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1791167"/>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78">
              <a:extLst>
                <a:ext uri="{FF2B5EF4-FFF2-40B4-BE49-F238E27FC236}">
                  <a16:creationId xmlns:a16="http://schemas.microsoft.com/office/drawing/2014/main" id="{7AF23B62-B4B5-3C6B-1A86-54100C35D775}"/>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2584266"/>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78">
              <a:extLst>
                <a:ext uri="{FF2B5EF4-FFF2-40B4-BE49-F238E27FC236}">
                  <a16:creationId xmlns:a16="http://schemas.microsoft.com/office/drawing/2014/main" id="{F69C77AF-86DF-255C-CF3F-0CB08E008688}"/>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2167595"/>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78">
              <a:extLst>
                <a:ext uri="{FF2B5EF4-FFF2-40B4-BE49-F238E27FC236}">
                  <a16:creationId xmlns:a16="http://schemas.microsoft.com/office/drawing/2014/main" id="{1B08142A-4510-291E-9812-0898942303FA}"/>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3034846"/>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78">
              <a:extLst>
                <a:ext uri="{FF2B5EF4-FFF2-40B4-BE49-F238E27FC236}">
                  <a16:creationId xmlns:a16="http://schemas.microsoft.com/office/drawing/2014/main" id="{8B6A4057-DDF5-A190-E42F-A5A17E2FA245}"/>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3417958"/>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78">
              <a:extLst>
                <a:ext uri="{FF2B5EF4-FFF2-40B4-BE49-F238E27FC236}">
                  <a16:creationId xmlns:a16="http://schemas.microsoft.com/office/drawing/2014/main" id="{B2FADB5E-7DD8-E2D7-86E2-1389FC46762C}"/>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4211057"/>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78">
              <a:extLst>
                <a:ext uri="{FF2B5EF4-FFF2-40B4-BE49-F238E27FC236}">
                  <a16:creationId xmlns:a16="http://schemas.microsoft.com/office/drawing/2014/main" id="{99C172F0-8B2B-1480-E0A9-428210CAD722}"/>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3794386"/>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78">
              <a:extLst>
                <a:ext uri="{FF2B5EF4-FFF2-40B4-BE49-F238E27FC236}">
                  <a16:creationId xmlns:a16="http://schemas.microsoft.com/office/drawing/2014/main" id="{83F0ABD9-BFBB-6EC5-A07E-0E19B330BE4D}"/>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4661637"/>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78">
              <a:extLst>
                <a:ext uri="{FF2B5EF4-FFF2-40B4-BE49-F238E27FC236}">
                  <a16:creationId xmlns:a16="http://schemas.microsoft.com/office/drawing/2014/main" id="{9D3B2B56-3E1F-1528-76C3-5E614CEF107C}"/>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5112217"/>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78">
              <a:extLst>
                <a:ext uri="{FF2B5EF4-FFF2-40B4-BE49-F238E27FC236}">
                  <a16:creationId xmlns:a16="http://schemas.microsoft.com/office/drawing/2014/main" id="{7F5368AB-AC6E-9892-2DE5-37BB8749E194}"/>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5905316"/>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78">
              <a:extLst>
                <a:ext uri="{FF2B5EF4-FFF2-40B4-BE49-F238E27FC236}">
                  <a16:creationId xmlns:a16="http://schemas.microsoft.com/office/drawing/2014/main" id="{764FC412-ADE2-3859-7E28-E1B91E81371A}"/>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5488645"/>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78">
              <a:extLst>
                <a:ext uri="{FF2B5EF4-FFF2-40B4-BE49-F238E27FC236}">
                  <a16:creationId xmlns:a16="http://schemas.microsoft.com/office/drawing/2014/main" id="{65D81244-0B30-6877-01FB-FFDEE4C42941}"/>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6355896"/>
              <a:ext cx="690490" cy="369332"/>
            </a:xfrm>
            <a:prstGeom prst="rect">
              <a:avLst/>
            </a:prstGeom>
            <a:noFill/>
            <a:extLst>
              <a:ext uri="{909E8E84-426E-40DD-AFC4-6F175D3DCCD1}">
                <a14:hiddenFill xmlns:a14="http://schemas.microsoft.com/office/drawing/2010/main">
                  <a:solidFill>
                    <a:srgbClr val="FFFFFF"/>
                  </a:solidFill>
                </a14:hiddenFill>
              </a:ext>
            </a:extLst>
          </p:spPr>
        </p:pic>
      </p:grpSp>
      <p:sp>
        <p:nvSpPr>
          <p:cNvPr id="40" name="مربع نص 39">
            <a:extLst>
              <a:ext uri="{FF2B5EF4-FFF2-40B4-BE49-F238E27FC236}">
                <a16:creationId xmlns:a16="http://schemas.microsoft.com/office/drawing/2014/main" id="{FAB29A97-0202-86BF-5FE7-533506B72315}"/>
              </a:ext>
            </a:extLst>
          </p:cNvPr>
          <p:cNvSpPr txBox="1"/>
          <p:nvPr/>
        </p:nvSpPr>
        <p:spPr>
          <a:xfrm>
            <a:off x="1819111" y="3487448"/>
            <a:ext cx="6530411" cy="2225930"/>
          </a:xfrm>
          <a:prstGeom prst="rect">
            <a:avLst/>
          </a:prstGeom>
          <a:noFill/>
        </p:spPr>
        <p:txBody>
          <a:bodyPr wrap="square">
            <a:spAutoFit/>
          </a:bodyPr>
          <a:lstStyle/>
          <a:p>
            <a:pPr algn="justLow">
              <a:lnSpc>
                <a:spcPct val="200000"/>
              </a:lnSpc>
            </a:pPr>
            <a:r>
              <a:rPr lang="ar-SA"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920033195 </a:t>
            </a:r>
            <a:r>
              <a:rPr lang="en-US"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         </a:t>
            </a:r>
            <a:endParaRPr lang="ar-SA"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endParaRPr>
          </a:p>
          <a:p>
            <a:pPr algn="justLow">
              <a:lnSpc>
                <a:spcPct val="200000"/>
              </a:lnSpc>
            </a:pPr>
            <a:r>
              <a:rPr lang="ar-SA"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0115202152</a:t>
            </a:r>
          </a:p>
          <a:p>
            <a:pPr algn="justLow">
              <a:lnSpc>
                <a:spcPct val="200000"/>
              </a:lnSpc>
            </a:pPr>
            <a:r>
              <a:rPr lang="en-US"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hlinkClick r:id="rId3">
                  <a:extLst>
                    <a:ext uri="{A12FA001-AC4F-418D-AE19-62706E023703}">
                      <ahyp:hlinkClr xmlns:ahyp="http://schemas.microsoft.com/office/drawing/2018/hyperlinkcolor" val="tx"/>
                    </a:ext>
                  </a:extLst>
                </a:hlinkClick>
              </a:rPr>
              <a:t>SA@osas.sa</a:t>
            </a:r>
            <a:endParaRPr lang="ar-SA"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endParaRPr>
          </a:p>
          <a:p>
            <a:pPr algn="justLow">
              <a:lnSpc>
                <a:spcPct val="200000"/>
              </a:lnSpc>
            </a:pPr>
            <a:r>
              <a:rPr lang="en-US"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Jeddah – Arabia Saudi</a:t>
            </a:r>
            <a:r>
              <a:rPr lang="ar-SA"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المملكة العربية السعودية – جدة | </a:t>
            </a:r>
            <a:endParaRPr lang="en-US"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42" name="صورة 41" descr="صورة تحتوي على رمز, الرسومات, قصاصة فنية, دائرة&#10;&#10;قد يكون المحتوى الذي تم إنشاؤه بواسطة الذكاء الاصطناعي غير صحيح.">
            <a:extLst>
              <a:ext uri="{FF2B5EF4-FFF2-40B4-BE49-F238E27FC236}">
                <a16:creationId xmlns:a16="http://schemas.microsoft.com/office/drawing/2014/main" id="{C3C9665F-FD4A-B323-51E1-BBC6F698584B}"/>
              </a:ext>
            </a:extLst>
          </p:cNvPr>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artisticPencilSketch/>
                    </a14:imgEffect>
                  </a14:imgLayer>
                </a14:imgProps>
              </a:ext>
              <a:ext uri="{28A0092B-C50C-407E-A947-70E740481C1C}">
                <a14:useLocalDpi xmlns:a14="http://schemas.microsoft.com/office/drawing/2010/main" val="0"/>
              </a:ext>
            </a:extLst>
          </a:blip>
          <a:stretch>
            <a:fillRect/>
          </a:stretch>
        </p:blipFill>
        <p:spPr>
          <a:xfrm>
            <a:off x="1444356" y="3664316"/>
            <a:ext cx="374755" cy="374755"/>
          </a:xfrm>
          <a:prstGeom prst="rect">
            <a:avLst/>
          </a:prstGeom>
        </p:spPr>
      </p:pic>
      <p:pic>
        <p:nvPicPr>
          <p:cNvPr id="44" name="صورة 43" descr="صورة تحتوي على شعار, الرسومات, رمز, التصميم&#10;&#10;قد يكون المحتوى الذي تم إنشاؤه بواسطة الذكاء الاصطناعي غير صحيح.">
            <a:extLst>
              <a:ext uri="{FF2B5EF4-FFF2-40B4-BE49-F238E27FC236}">
                <a16:creationId xmlns:a16="http://schemas.microsoft.com/office/drawing/2014/main" id="{194DCF67-6DD6-CA68-F37B-D8CE19310448}"/>
              </a:ext>
            </a:extLst>
          </p:cNvPr>
          <p:cNvPicPr>
            <a:picLocks noChangeAspect="1"/>
          </p:cNvPicPr>
          <p:nvPr/>
        </p:nvPicPr>
        <p:blipFill>
          <a:blip r:embed="rId6">
            <a:biLevel thresh="25000"/>
            <a:extLst>
              <a:ext uri="{28A0092B-C50C-407E-A947-70E740481C1C}">
                <a14:useLocalDpi xmlns:a14="http://schemas.microsoft.com/office/drawing/2010/main" val="0"/>
              </a:ext>
            </a:extLst>
          </a:blip>
          <a:stretch>
            <a:fillRect/>
          </a:stretch>
        </p:blipFill>
        <p:spPr>
          <a:xfrm>
            <a:off x="1160812" y="3743809"/>
            <a:ext cx="264016" cy="264016"/>
          </a:xfrm>
          <a:prstGeom prst="rect">
            <a:avLst/>
          </a:prstGeom>
        </p:spPr>
      </p:pic>
      <p:pic>
        <p:nvPicPr>
          <p:cNvPr id="45" name="صورة 44" descr="صورة تحتوي على شعار, الرسومات, رمز, التصميم&#10;&#10;قد يكون المحتوى الذي تم إنشاؤه بواسطة الذكاء الاصطناعي غير صحيح.">
            <a:extLst>
              <a:ext uri="{FF2B5EF4-FFF2-40B4-BE49-F238E27FC236}">
                <a16:creationId xmlns:a16="http://schemas.microsoft.com/office/drawing/2014/main" id="{544968EF-AF8D-FD79-DB2A-433D16D99F2B}"/>
              </a:ext>
            </a:extLst>
          </p:cNvPr>
          <p:cNvPicPr>
            <a:picLocks noChangeAspect="1"/>
          </p:cNvPicPr>
          <p:nvPr/>
        </p:nvPicPr>
        <p:blipFill>
          <a:blip r:embed="rId7">
            <a:biLevel thresh="25000"/>
            <a:extLst>
              <a:ext uri="{28A0092B-C50C-407E-A947-70E740481C1C}">
                <a14:useLocalDpi xmlns:a14="http://schemas.microsoft.com/office/drawing/2010/main" val="0"/>
              </a:ext>
            </a:extLst>
          </a:blip>
          <a:stretch>
            <a:fillRect/>
          </a:stretch>
        </p:blipFill>
        <p:spPr>
          <a:xfrm>
            <a:off x="1495359" y="4316373"/>
            <a:ext cx="264016" cy="264016"/>
          </a:xfrm>
          <a:prstGeom prst="rect">
            <a:avLst/>
          </a:prstGeom>
        </p:spPr>
      </p:pic>
      <p:pic>
        <p:nvPicPr>
          <p:cNvPr id="47" name="صورة 46" descr="صورة تحتوي على رسم, الرسومات, رمز, أبيض&#10;&#10;قد يكون المحتوى الذي تم إنشاؤه بواسطة الذكاء الاصطناعي غير صحيح.">
            <a:extLst>
              <a:ext uri="{FF2B5EF4-FFF2-40B4-BE49-F238E27FC236}">
                <a16:creationId xmlns:a16="http://schemas.microsoft.com/office/drawing/2014/main" id="{5818FFEE-08E1-A461-6711-E147BBCBFCA1}"/>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345497" y="4692883"/>
            <a:ext cx="496464" cy="496464"/>
          </a:xfrm>
          <a:prstGeom prst="rect">
            <a:avLst/>
          </a:prstGeom>
        </p:spPr>
      </p:pic>
      <p:pic>
        <p:nvPicPr>
          <p:cNvPr id="49" name="صورة 48">
            <a:extLst>
              <a:ext uri="{FF2B5EF4-FFF2-40B4-BE49-F238E27FC236}">
                <a16:creationId xmlns:a16="http://schemas.microsoft.com/office/drawing/2014/main" id="{E574784D-D9A2-F173-AFF9-5A7782E81A6C}"/>
              </a:ext>
            </a:extLst>
          </p:cNvPr>
          <p:cNvPicPr>
            <a:picLocks noChangeAspect="1"/>
          </p:cNvPicPr>
          <p:nvPr/>
        </p:nvPicPr>
        <p:blipFill>
          <a:blip r:embed="rId10">
            <a:biLevel thresh="75000"/>
            <a:extLst>
              <a:ext uri="{28A0092B-C50C-407E-A947-70E740481C1C}">
                <a14:useLocalDpi xmlns:a14="http://schemas.microsoft.com/office/drawing/2010/main" val="0"/>
              </a:ext>
            </a:extLst>
          </a:blip>
          <a:stretch>
            <a:fillRect/>
          </a:stretch>
        </p:blipFill>
        <p:spPr>
          <a:xfrm>
            <a:off x="1384621" y="5301268"/>
            <a:ext cx="374755" cy="374755"/>
          </a:xfrm>
          <a:prstGeom prst="rect">
            <a:avLst/>
          </a:prstGeom>
        </p:spPr>
      </p:pic>
      <p:pic>
        <p:nvPicPr>
          <p:cNvPr id="53" name="صورة 52" descr="صورة تحتوي على أرجواني, شكل, الرسومات, ميدان/ مربع&#10;&#10;قد يكون المحتوى الذي تم إنشاؤه بواسطة الذكاء الاصطناعي غير صحيح.">
            <a:extLst>
              <a:ext uri="{FF2B5EF4-FFF2-40B4-BE49-F238E27FC236}">
                <a16:creationId xmlns:a16="http://schemas.microsoft.com/office/drawing/2014/main" id="{205F866F-B6F5-A5F4-E7C1-F5E17EFF2BE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724278" y="3702578"/>
            <a:ext cx="1795671" cy="1795671"/>
          </a:xfrm>
          <a:prstGeom prst="rect">
            <a:avLst/>
          </a:prstGeom>
        </p:spPr>
      </p:pic>
    </p:spTree>
    <p:extLst>
      <p:ext uri="{BB962C8B-B14F-4D97-AF65-F5344CB8AC3E}">
        <p14:creationId xmlns:p14="http://schemas.microsoft.com/office/powerpoint/2010/main" val="3844193556"/>
      </p:ext>
    </p:extLst>
  </p:cSld>
  <p:clrMapOvr>
    <a:masterClrMapping/>
  </p:clrMapOvr>
</p:sld>
</file>

<file path=ppt/theme/theme1.xml><?xml version="1.0" encoding="utf-8"?>
<a:theme xmlns:a="http://schemas.openxmlformats.org/drawingml/2006/main" name="Office Theme">
  <a:themeElements>
    <a:clrScheme name="نسق Offic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نسق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نسق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1732</TotalTime>
  <Words>779</Words>
  <Application>Microsoft Office PowerPoint</Application>
  <PresentationFormat>شاشة عريضة</PresentationFormat>
  <Paragraphs>100</Paragraphs>
  <Slides>14</Slides>
  <Notes>1</Notes>
  <HiddenSlides>0</HiddenSlides>
  <MMClips>0</MMClips>
  <ScaleCrop>false</ScaleCrop>
  <HeadingPairs>
    <vt:vector size="6" baseType="variant">
      <vt:variant>
        <vt:lpstr>الخطوط المستخدمة</vt:lpstr>
      </vt:variant>
      <vt:variant>
        <vt:i4>7</vt:i4>
      </vt:variant>
      <vt:variant>
        <vt:lpstr>نسق</vt:lpstr>
      </vt:variant>
      <vt:variant>
        <vt:i4>1</vt:i4>
      </vt:variant>
      <vt:variant>
        <vt:lpstr>عناوين الشرائح</vt:lpstr>
      </vt:variant>
      <vt:variant>
        <vt:i4>14</vt:i4>
      </vt:variant>
    </vt:vector>
  </HeadingPairs>
  <TitlesOfParts>
    <vt:vector size="22" baseType="lpstr">
      <vt:lpstr>29LT Azer</vt:lpstr>
      <vt:lpstr>Almohanad long kaf</vt:lpstr>
      <vt:lpstr>Aptos</vt:lpstr>
      <vt:lpstr>Aptos Display</vt:lpstr>
      <vt:lpstr>Arial</vt:lpstr>
      <vt:lpstr>Times New Roman</vt:lpstr>
      <vt:lpstr>Wingdings</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nawaf albishri</dc:creator>
  <cp:lastModifiedBy>nawaf albishri</cp:lastModifiedBy>
  <cp:revision>1</cp:revision>
  <dcterms:created xsi:type="dcterms:W3CDTF">2025-08-22T02:16:14Z</dcterms:created>
  <dcterms:modified xsi:type="dcterms:W3CDTF">2025-10-18T21:57:37Z</dcterms:modified>
</cp:coreProperties>
</file>