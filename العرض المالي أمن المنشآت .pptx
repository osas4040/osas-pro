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0"/>
  </p:notesMasterIdLst>
  <p:sldIdLst>
    <p:sldId id="257" r:id="rId2"/>
    <p:sldId id="278" r:id="rId3"/>
    <p:sldId id="280" r:id="rId4"/>
    <p:sldId id="281" r:id="rId5"/>
    <p:sldId id="282" r:id="rId6"/>
    <p:sldId id="283" r:id="rId7"/>
    <p:sldId id="284" r:id="rId8"/>
    <p:sldId id="279" r:id="rId9"/>
  </p:sldIdLst>
  <p:sldSz cx="12192000" cy="6858000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8CFD0E-A31C-4794-970E-B4A9B2D4CD04}" v="36" dt="2025-11-25T15:36:51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نمط متوسط 2 - تميي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waf albishri" userId="92654b35189b4f29" providerId="LiveId" clId="{D630D456-027F-4EC6-9020-9E481C994EF4}"/>
    <pc:docChg chg="undo custSel addSld delSld modSld">
      <pc:chgData name="nawaf albishri" userId="92654b35189b4f29" providerId="LiveId" clId="{D630D456-027F-4EC6-9020-9E481C994EF4}" dt="2025-11-25T15:37:30.158" v="665" actId="1076"/>
      <pc:docMkLst>
        <pc:docMk/>
      </pc:docMkLst>
      <pc:sldChg chg="modSp mod">
        <pc:chgData name="nawaf albishri" userId="92654b35189b4f29" providerId="LiveId" clId="{D630D456-027F-4EC6-9020-9E481C994EF4}" dt="2025-11-25T15:22:41.205" v="483"/>
        <pc:sldMkLst>
          <pc:docMk/>
          <pc:sldMk cId="1675570258" sldId="257"/>
        </pc:sldMkLst>
        <pc:spChg chg="mod">
          <ac:chgData name="nawaf albishri" userId="92654b35189b4f29" providerId="LiveId" clId="{D630D456-027F-4EC6-9020-9E481C994EF4}" dt="2025-11-25T15:22:41.205" v="483"/>
          <ac:spMkLst>
            <pc:docMk/>
            <pc:sldMk cId="1675570258" sldId="257"/>
            <ac:spMk id="23" creationId="{958F14ED-8B6B-9FE3-3365-A2EC1EA56ED9}"/>
          </ac:spMkLst>
        </pc:spChg>
        <pc:picChg chg="ord">
          <ac:chgData name="nawaf albishri" userId="92654b35189b4f29" providerId="LiveId" clId="{D630D456-027F-4EC6-9020-9E481C994EF4}" dt="2025-11-25T15:21:54.421" v="479" actId="167"/>
          <ac:picMkLst>
            <pc:docMk/>
            <pc:sldMk cId="1675570258" sldId="257"/>
            <ac:picMk id="4" creationId="{9B53BB48-9602-0DB6-E4B8-16D2A6F5FD13}"/>
          </ac:picMkLst>
        </pc:picChg>
      </pc:sldChg>
      <pc:sldChg chg="addSp delSp modSp mod">
        <pc:chgData name="nawaf albishri" userId="92654b35189b4f29" providerId="LiveId" clId="{D630D456-027F-4EC6-9020-9E481C994EF4}" dt="2025-11-25T15:32:33.242" v="578" actId="6549"/>
        <pc:sldMkLst>
          <pc:docMk/>
          <pc:sldMk cId="303214882" sldId="278"/>
        </pc:sldMkLst>
        <pc:spChg chg="add mod">
          <ac:chgData name="nawaf albishri" userId="92654b35189b4f29" providerId="LiveId" clId="{D630D456-027F-4EC6-9020-9E481C994EF4}" dt="2025-11-25T15:32:33.242" v="578" actId="6549"/>
          <ac:spMkLst>
            <pc:docMk/>
            <pc:sldMk cId="303214882" sldId="278"/>
            <ac:spMk id="4" creationId="{2AFC8C27-29AE-22D3-688E-DAF376B5FA41}"/>
          </ac:spMkLst>
        </pc:spChg>
        <pc:picChg chg="add del mod">
          <ac:chgData name="nawaf albishri" userId="92654b35189b4f29" providerId="LiveId" clId="{D630D456-027F-4EC6-9020-9E481C994EF4}" dt="2025-11-25T15:28:22.148" v="530" actId="478"/>
          <ac:picMkLst>
            <pc:docMk/>
            <pc:sldMk cId="303214882" sldId="278"/>
            <ac:picMk id="22" creationId="{21969E53-A926-8780-EB08-A1916C75F54A}"/>
          </ac:picMkLst>
        </pc:picChg>
      </pc:sldChg>
      <pc:sldChg chg="delSp modSp add mod">
        <pc:chgData name="nawaf albishri" userId="92654b35189b4f29" providerId="LiveId" clId="{D630D456-027F-4EC6-9020-9E481C994EF4}" dt="2025-11-25T15:34:00.667" v="597" actId="20577"/>
        <pc:sldMkLst>
          <pc:docMk/>
          <pc:sldMk cId="1413751812" sldId="280"/>
        </pc:sldMkLst>
        <pc:spChg chg="mod">
          <ac:chgData name="nawaf albishri" userId="92654b35189b4f29" providerId="LiveId" clId="{D630D456-027F-4EC6-9020-9E481C994EF4}" dt="2025-11-25T15:34:00.667" v="597" actId="20577"/>
          <ac:spMkLst>
            <pc:docMk/>
            <pc:sldMk cId="1413751812" sldId="280"/>
            <ac:spMk id="3" creationId="{9CEDB634-AE92-75BE-1D5D-588B67842F0C}"/>
          </ac:spMkLst>
        </pc:spChg>
        <pc:spChg chg="mod">
          <ac:chgData name="nawaf albishri" userId="92654b35189b4f29" providerId="LiveId" clId="{D630D456-027F-4EC6-9020-9E481C994EF4}" dt="2025-11-15T12:35:54.080" v="378" actId="108"/>
          <ac:spMkLst>
            <pc:docMk/>
            <pc:sldMk cId="1413751812" sldId="280"/>
            <ac:spMk id="25" creationId="{CD9000C3-5033-30E5-7D54-1B801D25D430}"/>
          </ac:spMkLst>
        </pc:spChg>
        <pc:spChg chg="del mod">
          <ac:chgData name="nawaf albishri" userId="92654b35189b4f29" providerId="LiveId" clId="{D630D456-027F-4EC6-9020-9E481C994EF4}" dt="2025-11-25T15:22:30.133" v="481" actId="478"/>
          <ac:spMkLst>
            <pc:docMk/>
            <pc:sldMk cId="1413751812" sldId="280"/>
            <ac:spMk id="27" creationId="{C549BFEB-FFF1-7401-3D05-C8B9E96958EB}"/>
          </ac:spMkLst>
        </pc:spChg>
        <pc:graphicFrameChg chg="del mod modGraphic">
          <ac:chgData name="nawaf albishri" userId="92654b35189b4f29" providerId="LiveId" clId="{D630D456-027F-4EC6-9020-9E481C994EF4}" dt="2025-11-25T15:22:04.628" v="480" actId="478"/>
          <ac:graphicFrameMkLst>
            <pc:docMk/>
            <pc:sldMk cId="1413751812" sldId="280"/>
            <ac:graphicFrameMk id="4" creationId="{8B78E786-D3AA-C279-BA50-97A7E839CC52}"/>
          </ac:graphicFrameMkLst>
        </pc:graphicFrameChg>
      </pc:sldChg>
      <pc:sldChg chg="addSp modSp add mod">
        <pc:chgData name="nawaf albishri" userId="92654b35189b4f29" providerId="LiveId" clId="{D630D456-027F-4EC6-9020-9E481C994EF4}" dt="2025-11-25T15:37:30.158" v="665" actId="1076"/>
        <pc:sldMkLst>
          <pc:docMk/>
          <pc:sldMk cId="1192906171" sldId="281"/>
        </pc:sldMkLst>
        <pc:spChg chg="mod">
          <ac:chgData name="nawaf albishri" userId="92654b35189b4f29" providerId="LiveId" clId="{D630D456-027F-4EC6-9020-9E481C994EF4}" dt="2025-11-25T15:37:25.352" v="664" actId="1076"/>
          <ac:spMkLst>
            <pc:docMk/>
            <pc:sldMk cId="1192906171" sldId="281"/>
            <ac:spMk id="3" creationId="{C4ADDD00-E0EF-E14E-BE3E-C65306D61373}"/>
          </ac:spMkLst>
        </pc:spChg>
        <pc:spChg chg="add mod">
          <ac:chgData name="nawaf albishri" userId="92654b35189b4f29" providerId="LiveId" clId="{D630D456-027F-4EC6-9020-9E481C994EF4}" dt="2025-11-25T15:37:30.158" v="665" actId="1076"/>
          <ac:spMkLst>
            <pc:docMk/>
            <pc:sldMk cId="1192906171" sldId="281"/>
            <ac:spMk id="4" creationId="{CFD6F540-6CCB-A008-BD47-DE8B4999DE32}"/>
          </ac:spMkLst>
        </pc:spChg>
      </pc:sldChg>
      <pc:sldChg chg="add">
        <pc:chgData name="nawaf albishri" userId="92654b35189b4f29" providerId="LiveId" clId="{D630D456-027F-4EC6-9020-9E481C994EF4}" dt="2025-11-25T15:34:26.565" v="599" actId="2890"/>
        <pc:sldMkLst>
          <pc:docMk/>
          <pc:sldMk cId="952309107" sldId="282"/>
        </pc:sldMkLst>
      </pc:sldChg>
      <pc:sldChg chg="add">
        <pc:chgData name="nawaf albishri" userId="92654b35189b4f29" providerId="LiveId" clId="{D630D456-027F-4EC6-9020-9E481C994EF4}" dt="2025-11-25T15:34:29.258" v="600" actId="2890"/>
        <pc:sldMkLst>
          <pc:docMk/>
          <pc:sldMk cId="1020279998" sldId="283"/>
        </pc:sldMkLst>
      </pc:sldChg>
      <pc:sldChg chg="add">
        <pc:chgData name="nawaf albishri" userId="92654b35189b4f29" providerId="LiveId" clId="{D630D456-027F-4EC6-9020-9E481C994EF4}" dt="2025-11-25T15:34:32.173" v="601" actId="2890"/>
        <pc:sldMkLst>
          <pc:docMk/>
          <pc:sldMk cId="2983693286" sldId="28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B3B1FF81-AF85-4242-A68E-47C3175AAA22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ar-SA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EC366D9D-4428-48F6-A2F1-F24310018B1E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95199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ar-SA"/>
          </a:p>
        </p:txBody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لرأس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7FE83D-C1B2-4312-A66B-D01997718AC5}" type="slidenum">
              <a:rPr lang="ar-SA" smtClean="0"/>
              <a:t>1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11853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C04BBE9-9722-A00B-6AC6-418567E78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6037BAAC-04C3-D85A-C785-F12A12DF7D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46D49EF8-C285-0E75-9ED6-87BF476FA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AB5E63D7-3DDD-ADCD-10F9-036F019C3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A1A461AC-4225-366B-A6EA-3029577F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2111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78B62A9E-BEA9-28F3-CB19-31BD11473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D3A261DA-5A1C-F4AF-6845-20894F719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55D8887-6539-6975-E59F-EC190D468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9FAE068-3708-3E45-32AA-372BA8B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090043-5909-59AC-DA95-AFAAC574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47485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0A6B79C5-FF79-1F96-B650-F080125BB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3CD02D81-CFB3-EF3B-9E37-DB9A09111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493D211-EB96-8489-C0AC-7CC327919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2AC6595-87C2-C20E-660E-26389A2E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CCF1E5A8-4B62-EB15-CB0B-F509486F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95388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74C1A5D-F260-DEB7-0D6E-35B213B03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8A301F73-60AB-6C1C-17F6-1899C2890F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0B4515BB-ABE6-4C74-E936-624E5E2908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F5E60FD6-5A95-3010-AD04-D364E8E2B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A37F0DDA-545B-1D78-A50F-9B5D32891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41E38284-0412-E402-6D9E-1D6CE121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77944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9200CC2-4F88-7C8E-5EA2-7DEFB0B76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7E12D7CA-E222-A233-6B8C-C92BA88FF3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95E35F7D-6217-F610-6279-DFFDE82C6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F47258A1-F995-0915-BFEB-0CABBA6FA6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EF508810-D684-9565-D49A-9E42D8CE62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4B2C70E3-3D7A-485A-489C-2DCC1B077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C59D87C0-000F-B945-F6AA-EC224B1BD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7522D137-8E6C-8121-05C2-1BD22090A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33783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3346C1F3-9A9D-73ED-E7A9-0901183DB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DCBEDCC9-A681-5EE3-4654-1A0104F3B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C90492FC-532F-2B1C-278C-6216C3FA4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F923472-573F-FBBB-6058-76856BE5A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83546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472794FE-C1CA-C321-2FBC-9D4A172BC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9F2F490B-0E81-8F97-FD8A-4CFD815A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C013C376-5B45-C05A-AF38-9AFF5568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76842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39FEAA9-BF71-A126-2C92-B6413F6C6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0FFFD7B6-36DD-7A83-251B-2B8FF202B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E98B85BA-81EE-95BE-E5BD-E4DDB231CB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E6AFA378-E5B6-BFC0-359B-884BB2BB7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D0C31103-C7B8-4D1F-AEDE-9A0E1E1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66BEFF65-312B-96C6-A116-8A236B9C1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80257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B0D2CECA-B930-02FC-7FC9-859221C56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94CDDB7C-B315-3014-0711-DB2E98C9F1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86108FAF-51AD-CFAC-92AA-0188B0247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7C72DEBD-A320-3FD2-50E4-649AAB068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2315FA18-332D-0985-F85B-6856A3C31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59AC3A3E-3345-BAD2-9132-01F400EC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94152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EFAA688B-4CE7-233A-18BB-D0E5159BF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47999103-2270-21AB-A46F-93ADF0B47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B0BBBD68-7265-E09C-2172-1563AADE4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7381A6D7-F705-72C2-3D81-739817AB0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E99ED00D-9222-9B81-5A46-126C06BA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87968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E3EDECBB-2D5D-F068-8657-773F12367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7C07D054-2CBF-75A2-1D28-33125F54D6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30B8CCCF-FD50-5E5E-8BCD-153AD572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C1E5ED7-B1A0-C0F9-57C9-DD52C6F1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65512B7E-0EC8-0F74-4525-F7D24ED8B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38333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24097EC7-5214-F152-FFB1-1507A8CA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EFAE567A-1619-DD27-D67A-CD0EFD128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B2AEA93-3947-3B81-04E2-FA50F888B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B021D1-4CF4-4308-95A1-1B55DD4987D4}" type="datetimeFigureOut">
              <a:rPr lang="ar-SA" smtClean="0"/>
              <a:t>05/06/47</a:t>
            </a:fld>
            <a:endParaRPr lang="ar-SA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437C4B9-F5FB-649E-C72F-F6B2E0081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B383E3D7-3EED-17AC-EF15-8F6F6EE1E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39016-7A92-46B6-807F-5F6296CA6EE8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0613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صورة 3" descr="صورة تحتوي على الخط, شعار, الرسومات, نص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9B53BB48-9602-0DB6-E4B8-16D2A6F5F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5991" y="6"/>
            <a:ext cx="2066925" cy="2066925"/>
          </a:xfrm>
          <a:prstGeom prst="rect">
            <a:avLst/>
          </a:prstGeom>
        </p:spPr>
      </p:pic>
      <p:sp>
        <p:nvSpPr>
          <p:cNvPr id="10" name="Rectangle 79">
            <a:extLst>
              <a:ext uri="{FF2B5EF4-FFF2-40B4-BE49-F238E27FC236}">
                <a16:creationId xmlns:a16="http://schemas.microsoft.com/office/drawing/2014/main" id="{D8B914C6-B2D1-1684-53FE-F23022FB2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13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1" name="Rectangle 80">
            <a:extLst>
              <a:ext uri="{FF2B5EF4-FFF2-40B4-BE49-F238E27FC236}">
                <a16:creationId xmlns:a16="http://schemas.microsoft.com/office/drawing/2014/main" id="{9E0C3696-7420-3335-2C8C-D8873F43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3758690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13" name="Rectangle 100">
            <a:extLst>
              <a:ext uri="{FF2B5EF4-FFF2-40B4-BE49-F238E27FC236}">
                <a16:creationId xmlns:a16="http://schemas.microsoft.com/office/drawing/2014/main" id="{CB6B29AC-79A4-E877-85CB-6549EF397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1155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ar-SA"/>
          </a:p>
        </p:txBody>
      </p:sp>
      <p:sp>
        <p:nvSpPr>
          <p:cNvPr id="23" name="مربع نص 22">
            <a:extLst>
              <a:ext uri="{FF2B5EF4-FFF2-40B4-BE49-F238E27FC236}">
                <a16:creationId xmlns:a16="http://schemas.microsoft.com/office/drawing/2014/main" id="{958F14ED-8B6B-9FE3-3365-A2EC1EA56ED9}"/>
              </a:ext>
            </a:extLst>
          </p:cNvPr>
          <p:cNvSpPr txBox="1"/>
          <p:nvPr/>
        </p:nvSpPr>
        <p:spPr>
          <a:xfrm>
            <a:off x="1714106" y="2038186"/>
            <a:ext cx="9039225" cy="20055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06000"/>
              </a:lnSpc>
              <a:spcAft>
                <a:spcPts val="800"/>
              </a:spcAft>
              <a:buNone/>
            </a:pPr>
            <a:r>
              <a:rPr lang="ar-SA" sz="1400" b="1" kern="12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العرض</a:t>
            </a:r>
            <a:r>
              <a:rPr lang="ar-SA" sz="1400" b="1" kern="1200" dirty="0">
                <a:solidFill>
                  <a:srgbClr val="40404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 </a:t>
            </a:r>
            <a:r>
              <a:rPr lang="ar-SA" sz="1400" b="1" kern="12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الفني</a:t>
            </a:r>
            <a:r>
              <a:rPr lang="ar-SA" sz="1400" kern="12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 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06000"/>
              </a:lnSpc>
              <a:spcAft>
                <a:spcPts val="800"/>
              </a:spcAft>
              <a:buNone/>
            </a:pPr>
            <a:r>
              <a:rPr lang="ar-SA" sz="4400" kern="1200" dirty="0">
                <a:solidFill>
                  <a:srgbClr val="00B0F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 </a:t>
            </a:r>
            <a:endParaRPr lang="en-US" sz="4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 rtl="1">
              <a:lnSpc>
                <a:spcPct val="106000"/>
              </a:lnSpc>
              <a:spcAft>
                <a:spcPts val="800"/>
              </a:spcAft>
              <a:buNone/>
            </a:pPr>
            <a:r>
              <a:rPr lang="ar-SA" sz="1400" kern="1200" dirty="0">
                <a:solidFill>
                  <a:srgbClr val="7030A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لمشروع منافسة تأمين وتوريد غيار الزيوت ومشتقاتها وغسيل السيارات الخاصة بقوات أمن المنشآت</a:t>
            </a:r>
            <a:endParaRPr lang="en-US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2800" dirty="0">
              <a:solidFill>
                <a:srgbClr val="7030A0"/>
              </a:solidFill>
              <a:latin typeface="Aptos" panose="020B0004020202020204" pitchFamily="34" charset="0"/>
              <a:cs typeface="Almohanad long kaf" panose="02020603020101020101" pitchFamily="18" charset="0"/>
            </a:endParaRPr>
          </a:p>
        </p:txBody>
      </p:sp>
      <p:sp>
        <p:nvSpPr>
          <p:cNvPr id="24" name="مربع نص 161">
            <a:extLst>
              <a:ext uri="{FF2B5EF4-FFF2-40B4-BE49-F238E27FC236}">
                <a16:creationId xmlns:a16="http://schemas.microsoft.com/office/drawing/2014/main" id="{B12E3974-8A65-3D07-036E-4FC54AF21320}"/>
              </a:ext>
            </a:extLst>
          </p:cNvPr>
          <p:cNvSpPr txBox="1"/>
          <p:nvPr/>
        </p:nvSpPr>
        <p:spPr>
          <a:xfrm flipH="1">
            <a:off x="2414910" y="4225295"/>
            <a:ext cx="7114540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685800" tIns="0" rIns="160020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>
              <a:buNone/>
            </a:pPr>
            <a:r>
              <a:rPr lang="ar-SA" sz="1200">
                <a:solidFill>
                  <a:srgbClr val="7030A0"/>
                </a:solidFill>
                <a:ea typeface="Times New Roman" panose="02020603050405020304" pitchFamily="18" charset="0"/>
                <a:cs typeface="Almohanad long kaf" panose="02020603020101020101" pitchFamily="18" charset="0"/>
              </a:rPr>
              <a:t>     </a:t>
            </a:r>
            <a:endParaRPr 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5" name="مربع نص 161">
            <a:extLst>
              <a:ext uri="{FF2B5EF4-FFF2-40B4-BE49-F238E27FC236}">
                <a16:creationId xmlns:a16="http://schemas.microsoft.com/office/drawing/2014/main" id="{9DB070C0-AC78-744D-5232-4B858A93EC90}"/>
              </a:ext>
            </a:extLst>
          </p:cNvPr>
          <p:cNvSpPr txBox="1"/>
          <p:nvPr/>
        </p:nvSpPr>
        <p:spPr>
          <a:xfrm flipH="1">
            <a:off x="2414910" y="4632647"/>
            <a:ext cx="7114540" cy="184666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685800" tIns="0" rIns="160020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1">
              <a:buNone/>
            </a:pPr>
            <a:r>
              <a:rPr lang="ar-SA" sz="1200" dirty="0">
                <a:solidFill>
                  <a:srgbClr val="7030A0"/>
                </a:solidFill>
                <a:ea typeface="Times New Roman" panose="02020603050405020304" pitchFamily="18" charset="0"/>
                <a:cs typeface="Almohanad long kaf" panose="02020603020101020101" pitchFamily="18" charset="0"/>
              </a:rPr>
              <a:t>     </a:t>
            </a:r>
            <a:endParaRPr lang="en-US" sz="1100" dirty="0"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26" name="Rectangle 113">
            <a:extLst>
              <a:ext uri="{FF2B5EF4-FFF2-40B4-BE49-F238E27FC236}">
                <a16:creationId xmlns:a16="http://schemas.microsoft.com/office/drawing/2014/main" id="{6A7D653C-DC72-4B46-EAB7-46A721CEE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7270" y="43939"/>
            <a:ext cx="184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354" eaLnBrk="0" fontAlgn="base" hangingPunct="0">
              <a:spcBef>
                <a:spcPct val="0"/>
              </a:spcBef>
              <a:spcAft>
                <a:spcPct val="0"/>
              </a:spcAft>
            </a:pPr>
            <a:endParaRPr lang="ar-SA" altLang="ar-S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مربع نص 26">
            <a:extLst>
              <a:ext uri="{FF2B5EF4-FFF2-40B4-BE49-F238E27FC236}">
                <a16:creationId xmlns:a16="http://schemas.microsoft.com/office/drawing/2014/main" id="{C50417CA-8E40-DB0C-8D4E-7C7FFB273739}"/>
              </a:ext>
            </a:extLst>
          </p:cNvPr>
          <p:cNvSpPr txBox="1"/>
          <p:nvPr/>
        </p:nvSpPr>
        <p:spPr>
          <a:xfrm>
            <a:off x="1726319" y="4033615"/>
            <a:ext cx="4179189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altLang="ar-SA" dirty="0">
                <a:solidFill>
                  <a:srgbClr val="7030A0"/>
                </a:solidFill>
                <a:latin typeface="Almohanad long kaf" panose="02020603020101020101" pitchFamily="18" charset="0"/>
                <a:ea typeface="Times New Roman" panose="02020603050405020304" pitchFamily="18" charset="0"/>
                <a:cs typeface="Almohanad long kaf" panose="02020603020101020101" pitchFamily="18" charset="0"/>
              </a:rPr>
              <a:t>نرتقي بإدارة أسطولكم إلى مستوى استثنائي</a:t>
            </a:r>
            <a:endParaRPr lang="ar-SA" altLang="ar-SA" sz="2800" dirty="0">
              <a:latin typeface="Arial" panose="020B0604020202020204" pitchFamily="34" charset="0"/>
            </a:endParaRPr>
          </a:p>
          <a:p>
            <a:endParaRPr lang="ar-SA" dirty="0"/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0DBB4EE3-408C-00CC-ACA5-5DECA2D483DB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1102" name="Picture 78">
              <a:extLst>
                <a:ext uri="{FF2B5EF4-FFF2-40B4-BE49-F238E27FC236}">
                  <a16:creationId xmlns:a16="http://schemas.microsoft.com/office/drawing/2014/main" id="{2F39D1D2-95FC-BDA7-F0ED-399C20E69A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78">
              <a:extLst>
                <a:ext uri="{FF2B5EF4-FFF2-40B4-BE49-F238E27FC236}">
                  <a16:creationId xmlns:a16="http://schemas.microsoft.com/office/drawing/2014/main" id="{8F7098D7-8008-8A51-FB0F-1F70C66BE3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78">
              <a:extLst>
                <a:ext uri="{FF2B5EF4-FFF2-40B4-BE49-F238E27FC236}">
                  <a16:creationId xmlns:a16="http://schemas.microsoft.com/office/drawing/2014/main" id="{ACBC67F9-D250-D1CF-E124-E712B0FBB7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78">
              <a:extLst>
                <a:ext uri="{FF2B5EF4-FFF2-40B4-BE49-F238E27FC236}">
                  <a16:creationId xmlns:a16="http://schemas.microsoft.com/office/drawing/2014/main" id="{D4B97E8A-311B-2E4C-59CB-65C4334C21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78">
              <a:extLst>
                <a:ext uri="{FF2B5EF4-FFF2-40B4-BE49-F238E27FC236}">
                  <a16:creationId xmlns:a16="http://schemas.microsoft.com/office/drawing/2014/main" id="{BE71685E-3347-5335-0615-AB772250CA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78">
              <a:extLst>
                <a:ext uri="{FF2B5EF4-FFF2-40B4-BE49-F238E27FC236}">
                  <a16:creationId xmlns:a16="http://schemas.microsoft.com/office/drawing/2014/main" id="{EA2E0247-5979-373C-254C-6962D279DC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78">
              <a:extLst>
                <a:ext uri="{FF2B5EF4-FFF2-40B4-BE49-F238E27FC236}">
                  <a16:creationId xmlns:a16="http://schemas.microsoft.com/office/drawing/2014/main" id="{7566AED6-B39C-5308-D18E-7A54A24104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78">
              <a:extLst>
                <a:ext uri="{FF2B5EF4-FFF2-40B4-BE49-F238E27FC236}">
                  <a16:creationId xmlns:a16="http://schemas.microsoft.com/office/drawing/2014/main" id="{B5C86433-32C3-A049-D675-4964A6D4E1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5" name="Picture 78">
              <a:extLst>
                <a:ext uri="{FF2B5EF4-FFF2-40B4-BE49-F238E27FC236}">
                  <a16:creationId xmlns:a16="http://schemas.microsoft.com/office/drawing/2014/main" id="{FDBA068D-12D2-78C6-40A1-A328074825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6" name="Picture 78">
              <a:extLst>
                <a:ext uri="{FF2B5EF4-FFF2-40B4-BE49-F238E27FC236}">
                  <a16:creationId xmlns:a16="http://schemas.microsoft.com/office/drawing/2014/main" id="{BF633996-122B-0AEB-739C-F03EEE0F3A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78">
              <a:extLst>
                <a:ext uri="{FF2B5EF4-FFF2-40B4-BE49-F238E27FC236}">
                  <a16:creationId xmlns:a16="http://schemas.microsoft.com/office/drawing/2014/main" id="{DF8ED060-1402-020C-D969-86E8F808BF1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78">
              <a:extLst>
                <a:ext uri="{FF2B5EF4-FFF2-40B4-BE49-F238E27FC236}">
                  <a16:creationId xmlns:a16="http://schemas.microsoft.com/office/drawing/2014/main" id="{880BA0EA-8AED-E808-D9F4-EF983EFC3CE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9" name="Picture 78">
              <a:extLst>
                <a:ext uri="{FF2B5EF4-FFF2-40B4-BE49-F238E27FC236}">
                  <a16:creationId xmlns:a16="http://schemas.microsoft.com/office/drawing/2014/main" id="{74ED94AC-0529-4280-08A3-A48DA8F1DF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0" name="Picture 78">
              <a:extLst>
                <a:ext uri="{FF2B5EF4-FFF2-40B4-BE49-F238E27FC236}">
                  <a16:creationId xmlns:a16="http://schemas.microsoft.com/office/drawing/2014/main" id="{1D40BDAF-23F3-0BE6-8BF7-A307B13CD13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" name="Picture 78">
              <a:extLst>
                <a:ext uri="{FF2B5EF4-FFF2-40B4-BE49-F238E27FC236}">
                  <a16:creationId xmlns:a16="http://schemas.microsoft.com/office/drawing/2014/main" id="{B37363B0-D33C-6271-9EAD-587D171788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78">
              <a:extLst>
                <a:ext uri="{FF2B5EF4-FFF2-40B4-BE49-F238E27FC236}">
                  <a16:creationId xmlns:a16="http://schemas.microsoft.com/office/drawing/2014/main" id="{19B6EB5B-E757-4FF6-1B37-08A3CCAC9B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6" name="مربع نص 55">
            <a:extLst>
              <a:ext uri="{FF2B5EF4-FFF2-40B4-BE49-F238E27FC236}">
                <a16:creationId xmlns:a16="http://schemas.microsoft.com/office/drawing/2014/main" id="{D755E938-427F-FD55-3EC2-C5CEA7E83E6A}"/>
              </a:ext>
            </a:extLst>
          </p:cNvPr>
          <p:cNvSpPr txBox="1"/>
          <p:nvPr/>
        </p:nvSpPr>
        <p:spPr>
          <a:xfrm>
            <a:off x="2543182" y="6132282"/>
            <a:ext cx="1914525" cy="369332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 algn="ctr" rtl="1"/>
            <a:r>
              <a:rPr lang="ar-SA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2025/11</a:t>
            </a:r>
          </a:p>
        </p:txBody>
      </p:sp>
    </p:spTree>
    <p:extLst>
      <p:ext uri="{BB962C8B-B14F-4D97-AF65-F5344CB8AC3E}">
        <p14:creationId xmlns:p14="http://schemas.microsoft.com/office/powerpoint/2010/main" val="167557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8A9D6-0179-80E7-FA3A-FDB8423F2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05363B1-F8CE-9AC6-43FD-17939D640750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B321A7AA-4EC6-FE50-4C26-6F12224668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9B9A9565-AECF-9947-8ED7-52F7C6CF0E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0BA44366-B31A-A41A-3294-2FA8EFDBA9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BDB783D1-6559-4A68-F27C-9F659B24A2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94A4E573-05DC-3E50-821C-4135BAC7FF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19AAC283-4849-14A3-D147-14687313F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B8F133EE-74B3-CF78-E4B1-4BF7E6D63A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3C6BD0C1-5B27-3139-D690-6E91C7F5A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BCD9A392-AA13-9DEA-7F56-6817575E1E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27425F17-A7F4-D451-BD04-CFB6EBBD27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AA13D3B6-AA60-B6AD-66F6-41879E5AC5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47F76FC8-38DB-9D60-D70A-E1C6548BD0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9EEFFF92-B4ED-2DCA-DFFB-65CF2C064B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DB16CACE-3A1C-44AB-5153-471349BBB6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03742EB2-893F-3591-F9B5-4312127E80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D11C89AA-629C-EE80-5107-57E0B94639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مربع نص 3">
            <a:extLst>
              <a:ext uri="{FF2B5EF4-FFF2-40B4-BE49-F238E27FC236}">
                <a16:creationId xmlns:a16="http://schemas.microsoft.com/office/drawing/2014/main" id="{2AFC8C27-29AE-22D3-688E-DAF376B5FA41}"/>
              </a:ext>
            </a:extLst>
          </p:cNvPr>
          <p:cNvSpPr txBox="1"/>
          <p:nvPr/>
        </p:nvSpPr>
        <p:spPr>
          <a:xfrm>
            <a:off x="3048000" y="490704"/>
            <a:ext cx="8058150" cy="2611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200000"/>
              </a:lnSpc>
              <a:spcBef>
                <a:spcPts val="150"/>
              </a:spcBef>
              <a:spcAft>
                <a:spcPts val="800"/>
              </a:spcAft>
              <a:buNone/>
            </a:pPr>
            <a:r>
              <a:rPr lang="ar-EG" sz="1100" b="1" u="sng" kern="1200" dirty="0">
                <a:solidFill>
                  <a:srgbClr val="7030A0"/>
                </a:solidFill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العرض </a:t>
            </a:r>
            <a:r>
              <a:rPr lang="ar-SA" sz="1100" b="1" u="sng" kern="1200" dirty="0">
                <a:solidFill>
                  <a:srgbClr val="7030A0"/>
                </a:solidFill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المالي</a:t>
            </a:r>
            <a:endParaRPr lang="en-US" sz="1100" b="1" kern="100" dirty="0">
              <a:solidFill>
                <a:srgbClr val="7030A0"/>
              </a:solidFill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200000"/>
              </a:lnSpc>
              <a:spcBef>
                <a:spcPts val="150"/>
              </a:spcBef>
              <a:spcAft>
                <a:spcPts val="800"/>
              </a:spcAft>
              <a:buNone/>
            </a:pPr>
            <a:r>
              <a:rPr lang="ar-EG" sz="1100" b="1" u="sng" kern="1200" dirty="0">
                <a:solidFill>
                  <a:srgbClr val="00B0F0"/>
                </a:solidFill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الفهرس</a:t>
            </a:r>
            <a:r>
              <a:rPr lang="ar-EG" sz="1100" b="1" u="sng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 </a:t>
            </a:r>
            <a:endParaRPr lang="en-US" sz="1100" kern="100" dirty="0"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  <a:buNone/>
            </a:pPr>
            <a:r>
              <a:rPr lang="ar-EG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- </a:t>
            </a:r>
            <a:r>
              <a:rPr lang="ar-SA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خطاب عرض السعر</a:t>
            </a:r>
          </a:p>
          <a:p>
            <a:pPr algn="r" rtl="1">
              <a:lnSpc>
                <a:spcPct val="200000"/>
              </a:lnSpc>
              <a:spcAft>
                <a:spcPts val="800"/>
              </a:spcAft>
              <a:buNone/>
            </a:pPr>
            <a:r>
              <a:rPr lang="ar-SA" sz="1100" dirty="0"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- </a:t>
            </a:r>
            <a:r>
              <a:rPr lang="ar-EG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جدول الكميات والاسعار .</a:t>
            </a:r>
            <a:endParaRPr lang="en-US" sz="1100" kern="100" dirty="0"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  <a:buNone/>
            </a:pPr>
            <a:r>
              <a:rPr lang="ar-EG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- جدول الدفعات .</a:t>
            </a:r>
            <a:endParaRPr lang="en-US" sz="1100" kern="100" dirty="0"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 rtl="1">
              <a:lnSpc>
                <a:spcPct val="200000"/>
              </a:lnSpc>
              <a:spcAft>
                <a:spcPts val="800"/>
              </a:spcAft>
              <a:buNone/>
            </a:pPr>
            <a:r>
              <a:rPr lang="ar-EG" sz="1100" kern="1200" dirty="0">
                <a:effectLst/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- شهادة المنشآت .</a:t>
            </a:r>
            <a:endParaRPr lang="en-US" sz="1100" kern="100" dirty="0">
              <a:effectLst/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14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31ABD-3735-CD6F-DB43-C87999EAF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9CEDB634-AE92-75BE-1D5D-588B67842F0C}"/>
              </a:ext>
            </a:extLst>
          </p:cNvPr>
          <p:cNvSpPr txBox="1"/>
          <p:nvPr/>
        </p:nvSpPr>
        <p:spPr>
          <a:xfrm>
            <a:off x="1390650" y="1521961"/>
            <a:ext cx="10239375" cy="2416046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سعادة مدير  إدارة العقود والمشتريات بقوات آمن المنشآت                                                                                             الموقر   </a:t>
            </a: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السلام عليكم ورحمه الله وبركاته </a:t>
            </a: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إشارة إلى منافسة تقديم </a:t>
            </a:r>
            <a:r>
              <a:rPr lang="ar-SA" sz="1400" dirty="0">
                <a:solidFill>
                  <a:srgbClr val="7030A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تأمين وتوريد غيار الزيوت ومشتقاتها وغسيل السيارات الخاصة بقوات أمن المنشآت ذات الرقم 1447/1446/42ه</a:t>
            </a:r>
          </a:p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عليه نرفق لسعادتكم عرض السعر حسب البنود المطروحة من قبلكم.</a:t>
            </a:r>
          </a:p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/>
            <a:endParaRPr lang="ar-SA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B0AA3289-47E2-287B-B074-F18C9736B962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D0B0DE37-0BC8-2730-17A6-3030D3D7C7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13EBD031-ADF3-522F-4A47-6FBDE5ED39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D4414674-C59F-8EDE-491E-4C04DAFA1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3D51051C-F652-F6EA-EFE5-9F6D18F1C4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444F5321-4F90-CE55-A648-01D27D23E1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09F626EE-12A2-F056-1F17-FC604ED27F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FFB5ADF0-19E8-43F9-70AE-C659DF8803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96D127E8-7ADF-A976-DB8E-726008B721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60BB1F8B-7B7E-717F-8B26-B372E71F67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E1CCFB75-596E-AAF2-3B40-F380B92402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89C93D1D-2DBC-C9A7-53F1-EF38D8CA6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B5EB4EED-7813-6568-C2AC-33C132E7F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F53448AE-4068-5DF1-78F3-68176E8B1F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788FA9A4-E028-4A20-D4D7-95403EFEEB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FFF4315D-5A5D-1EB1-1BDC-DE1B55FCFE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2D6A021B-8E02-581B-1DAD-73C033476E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CD9000C3-5033-30E5-7D54-1B801D25D430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</p:spTree>
    <p:extLst>
      <p:ext uri="{BB962C8B-B14F-4D97-AF65-F5344CB8AC3E}">
        <p14:creationId xmlns:p14="http://schemas.microsoft.com/office/powerpoint/2010/main" val="141375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AD1FD-7178-3872-A358-EF5AF966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C4ADDD00-E0EF-E14E-BE3E-C65306D61373}"/>
              </a:ext>
            </a:extLst>
          </p:cNvPr>
          <p:cNvSpPr txBox="1"/>
          <p:nvPr/>
        </p:nvSpPr>
        <p:spPr>
          <a:xfrm>
            <a:off x="1371600" y="0"/>
            <a:ext cx="10239375" cy="584775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ctr"/>
            <a:r>
              <a:rPr lang="ar-SA" sz="1100" b="1" u="sng" dirty="0">
                <a:solidFill>
                  <a:srgbClr val="00B0F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جداول الكميات والأسعار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958E77D5-851D-E683-2BF8-F2D7760DBD91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5527F9C3-6A41-8C0C-0BE0-9704AA73FE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C54234A4-B932-953A-87F2-2FA9A9220E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CE6D0D90-AE0A-8C4D-FF76-33C130263C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A5126B4A-1799-0C84-95ED-230FAA981B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CCCBD03E-1350-9018-82B7-EAD972BA95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B3DDB74B-794E-5EB0-DF78-E6EA672249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D079C135-0CCB-3F77-D45B-AE9B71FC6F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21920C9B-B7D8-43A0-E77A-51685941D3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70F63BFB-23FD-D9E4-BE66-5C6C98E798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6FABE578-4162-7593-BD21-58404FD18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2DB76960-C6A4-580E-72CF-C1B74F5E4C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7D149F45-7709-2170-CB16-27D0CDAD7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337EBF3E-3C3A-3A60-C0ED-CF54EBA6B6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8587B1E0-E1F3-CEA2-4C3C-63CD5A17F6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6F39E35B-BBA1-78C3-3AF3-F041A5C794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5B1748F1-1851-6825-9E89-324D13629F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1FCAEB77-3218-7535-EA9E-7C7BC7A4B402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CFD6F540-6CCB-A008-BD47-DE8B4999DE32}"/>
              </a:ext>
            </a:extLst>
          </p:cNvPr>
          <p:cNvSpPr txBox="1"/>
          <p:nvPr/>
        </p:nvSpPr>
        <p:spPr>
          <a:xfrm>
            <a:off x="10191750" y="490704"/>
            <a:ext cx="1733550" cy="2616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زيوت المحركات :</a:t>
            </a:r>
          </a:p>
        </p:txBody>
      </p:sp>
    </p:spTree>
    <p:extLst>
      <p:ext uri="{BB962C8B-B14F-4D97-AF65-F5344CB8AC3E}">
        <p14:creationId xmlns:p14="http://schemas.microsoft.com/office/powerpoint/2010/main" val="1192906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CDBF-5DB4-5FD1-78C0-698FF87B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A8758A54-CF14-868E-E06A-F67DB9820103}"/>
              </a:ext>
            </a:extLst>
          </p:cNvPr>
          <p:cNvSpPr txBox="1"/>
          <p:nvPr/>
        </p:nvSpPr>
        <p:spPr>
          <a:xfrm>
            <a:off x="1390650" y="1521961"/>
            <a:ext cx="10239375" cy="2416046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سعادة مدير  إدارة العقود والمشتريات بقوات آمن المنشآت                                                                                             الموقر   </a:t>
            </a: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السلام عليكم ورحمه الله وبركاته </a:t>
            </a: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إشارة إلى منافسة تقديم </a:t>
            </a:r>
            <a:r>
              <a:rPr lang="ar-SA" sz="1400" dirty="0">
                <a:solidFill>
                  <a:srgbClr val="7030A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تأمين وتوريد غيار الزيوت ومشتقاتها وغسيل السيارات الخاصة بقوات أمن المنشآت ذات الرقم 1447/1446/42ه</a:t>
            </a:r>
          </a:p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عليه نرفق لسعادتكم عرض السعر حسب البنود المطروحة من قبلكم.</a:t>
            </a:r>
          </a:p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/>
            <a:endParaRPr lang="ar-SA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E1D5376-DC2D-F183-3E89-F2BE133E6277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E309F17A-F1F1-628D-27E5-88A6E87F85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B86E3814-01AF-A9F2-4991-C382C7D978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78A36F2B-D35C-CC20-BFB6-B24D8CDFD3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25DEDB99-4E7C-8338-8C66-B41714E453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8BAC886E-B832-0C28-B28C-A3F6B6955E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4B1718DA-519A-8C03-5E42-E2D7B560E2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2894B3D1-45BC-FDC2-B7B8-3D855D7D87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9044B8A7-BCD8-AD9A-1385-B5DF7CE29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23A8BC3B-F02E-E896-417D-DA268F5AE3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BD177F08-F0AC-D046-2965-3423A07BC6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AF989DFA-052F-A299-7666-D2A8CDCC08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9D852187-E795-46FF-EEFD-09471D5486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A8B2F69D-282C-17C1-BE2D-2B2BEC48F8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1C205D71-2A34-4135-5D7B-43AB0B8E36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29D36351-8A2F-6F05-6AA5-96B3A4BB65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AEF7AA0C-C650-3A1C-29CA-C122C73DE3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0A2F109A-0E17-7C0F-51C7-9B77CFCE33BD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</p:spTree>
    <p:extLst>
      <p:ext uri="{BB962C8B-B14F-4D97-AF65-F5344CB8AC3E}">
        <p14:creationId xmlns:p14="http://schemas.microsoft.com/office/powerpoint/2010/main" val="952309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D8980-C6BB-E388-0838-EF5D8F0AC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AB6CA16B-5CC7-093B-C51A-8A8EECC81889}"/>
              </a:ext>
            </a:extLst>
          </p:cNvPr>
          <p:cNvSpPr txBox="1"/>
          <p:nvPr/>
        </p:nvSpPr>
        <p:spPr>
          <a:xfrm>
            <a:off x="1390650" y="1521961"/>
            <a:ext cx="10239375" cy="2416046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سعادة مدير  إدارة العقود والمشتريات بقوات آمن المنشآت                                                                                             الموقر   </a:t>
            </a: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السلام عليكم ورحمه الله وبركاته </a:t>
            </a: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إشارة إلى منافسة تقديم </a:t>
            </a:r>
            <a:r>
              <a:rPr lang="ar-SA" sz="1400" dirty="0">
                <a:solidFill>
                  <a:srgbClr val="7030A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تأمين وتوريد غيار الزيوت ومشتقاتها وغسيل السيارات الخاصة بقوات أمن المنشآت ذات الرقم 1447/1446/42ه</a:t>
            </a:r>
          </a:p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عليه نرفق لسعادتكم عرض السعر حسب البنود المطروحة من قبلكم.</a:t>
            </a:r>
          </a:p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/>
            <a:endParaRPr lang="ar-SA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CABB636A-B3C8-D346-F1EB-FF587B3C7B47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A2DC6068-08C4-E107-78C9-4675F92703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7CE86F01-E890-53C9-A52E-CFB81064AD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DE060253-0540-61D6-1023-FE29A7C2CB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E7E2A8E6-DA5B-4D27-883C-DA3F0CEA7D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26CD430C-3E18-85C0-AE95-97FADCCEC0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DDF4FAF3-B70F-2504-D1D5-A0DF0018F5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7AE51E24-47EA-2E00-1B00-81A781AE69A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4BE03E87-1DF2-0BFD-E3AF-41AA07CB0F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C87AFB7F-9B03-2A60-8647-4BE1C8CD6E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D069812E-0FF3-FCEB-E6FA-911B567B42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4928516E-5111-54B8-F0CA-0176E7919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5B0AEE1D-83B1-5882-E1D5-35137BB6ABC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BA589CC5-8E90-8A13-4677-34C52B8741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6E1DD06C-3540-2D87-1039-60737F0BA43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27A6DF30-D749-9085-DE19-1B7CAFE52E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1D071CAD-B659-8552-D108-3A1D1BFA48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1362738A-F77A-FC45-1B8A-ABC09BD22588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</p:spTree>
    <p:extLst>
      <p:ext uri="{BB962C8B-B14F-4D97-AF65-F5344CB8AC3E}">
        <p14:creationId xmlns:p14="http://schemas.microsoft.com/office/powerpoint/2010/main" val="1020279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764CE-E669-6E61-8EFA-9B4E3493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>
            <a:extLst>
              <a:ext uri="{FF2B5EF4-FFF2-40B4-BE49-F238E27FC236}">
                <a16:creationId xmlns:a16="http://schemas.microsoft.com/office/drawing/2014/main" id="{0DA748A0-6CDE-1DC5-761C-D0E8B15D9279}"/>
              </a:ext>
            </a:extLst>
          </p:cNvPr>
          <p:cNvSpPr txBox="1"/>
          <p:nvPr/>
        </p:nvSpPr>
        <p:spPr>
          <a:xfrm>
            <a:off x="1390650" y="1521961"/>
            <a:ext cx="10239375" cy="2416046"/>
          </a:xfrm>
          <a:prstGeom prst="rect">
            <a:avLst/>
          </a:prstGeom>
          <a:noFill/>
        </p:spPr>
        <p:txBody>
          <a:bodyPr wrap="square" rtlCol="1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سعادة مدير  إدارة العقود والمشتريات بقوات آمن المنشآت                                                                                             الموقر   </a:t>
            </a: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السلام عليكم ورحمه الله وبركاته </a:t>
            </a: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إشارة إلى منافسة تقديم </a:t>
            </a:r>
            <a:r>
              <a:rPr lang="ar-SA" sz="1400" dirty="0">
                <a:solidFill>
                  <a:srgbClr val="7030A0"/>
                </a:solidFill>
                <a:latin typeface="Aptos" panose="020B0004020202020204" pitchFamily="34" charset="0"/>
                <a:ea typeface="Aptos" panose="020B0004020202020204" pitchFamily="34" charset="0"/>
                <a:cs typeface="Almohanad long kaf" panose="02020603020101020101" pitchFamily="18" charset="0"/>
              </a:rPr>
              <a:t>تأمين وتوريد غيار الزيوت ومشتقاتها وغسيل السيارات الخاصة بقوات أمن المنشآت ذات الرقم 1447/1446/42ه</a:t>
            </a:r>
          </a:p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>
              <a:lnSpc>
                <a:spcPct val="150000"/>
              </a:lnSpc>
            </a:pPr>
            <a:r>
              <a:rPr lang="ar-SA" sz="1400" dirty="0">
                <a:solidFill>
                  <a:srgbClr val="7030A0"/>
                </a:solidFill>
                <a:latin typeface="Almohanad long kaf" panose="02020603020101020101" pitchFamily="18" charset="0"/>
                <a:ea typeface="Almohanad long kaf" panose="02020603020101020101" pitchFamily="18" charset="0"/>
                <a:cs typeface="Almohanad long kaf" panose="02020603020101020101" pitchFamily="18" charset="0"/>
              </a:rPr>
              <a:t>عليه نرفق لسعادتكم عرض السعر حسب البنود المطروحة من قبلكم.</a:t>
            </a:r>
          </a:p>
          <a:p>
            <a:pPr>
              <a:lnSpc>
                <a:spcPct val="150000"/>
              </a:lnSpc>
            </a:pPr>
            <a:endParaRPr lang="ar-SA" sz="1400" dirty="0">
              <a:solidFill>
                <a:srgbClr val="7030A0"/>
              </a:solidFill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  <a:p>
            <a:pPr algn="r"/>
            <a:endParaRPr lang="ar-SA" dirty="0">
              <a:latin typeface="Almohanad long kaf" panose="02020603020101020101" pitchFamily="18" charset="0"/>
              <a:ea typeface="Almohanad long kaf" panose="02020603020101020101" pitchFamily="18" charset="0"/>
              <a:cs typeface="Almohanad long kaf" panose="02020603020101020101" pitchFamily="18" charset="0"/>
            </a:endParaRP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EE2BC13B-7F26-A627-B5A0-FD2A8867B8B6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75A04055-3E77-BF50-9967-5220AFE364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3BA38FD6-B146-BB16-0315-DD9B39F03F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0502A2C4-1CE7-BE5E-F3AE-03F354A9D2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D4883D75-6021-A85C-D817-F68828735B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069CDADC-CBEA-8F84-64D4-564A5D8D3A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ACEAACA1-BBC8-63D4-C6C7-D68AA414CE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8492F7B7-E413-83A7-5E08-6E3BA30E7F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483C9AE8-BB12-6820-68E6-A0E05FACE0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2C47C93B-4D6D-170A-D038-8306FBA48E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75FD21BD-6982-9926-1E09-4F84D3D3CC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E5292121-6519-28EF-E9B6-C2C216B317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CA0BFC32-D998-3478-5BF4-151B4AAA36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02E1A9ED-1BC6-65B7-0033-A82B60BAB5E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10B03684-0707-176C-99B4-CEEB40610C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41A6BDB6-7737-65F3-04B5-CAC5B1DE84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57466D3C-CD88-4C79-D2D9-ED81F643EC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E04F0B21-DD57-215E-9F3D-548AC9B0F624}"/>
              </a:ext>
            </a:extLst>
          </p:cNvPr>
          <p:cNvSpPr txBox="1"/>
          <p:nvPr/>
        </p:nvSpPr>
        <p:spPr>
          <a:xfrm>
            <a:off x="1781176" y="6105529"/>
            <a:ext cx="3867150" cy="2769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/>
            <a:r>
              <a:rPr lang="ar-SA" sz="1200" dirty="0">
                <a:solidFill>
                  <a:srgbClr val="00B0F0"/>
                </a:solidFill>
                <a:latin typeface="29LT Azer" panose="00000500000000000000" pitchFamily="50" charset="-78"/>
                <a:cs typeface="29LT Azer" panose="00000500000000000000" pitchFamily="50" charset="-78"/>
              </a:rPr>
              <a:t>العرض ساري لمدة 90 يوماً من تاريخ من التاريخ المحدد لتسليم العروض</a:t>
            </a:r>
          </a:p>
        </p:txBody>
      </p:sp>
    </p:spTree>
    <p:extLst>
      <p:ext uri="{BB962C8B-B14F-4D97-AF65-F5344CB8AC3E}">
        <p14:creationId xmlns:p14="http://schemas.microsoft.com/office/powerpoint/2010/main" val="2983693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392DB-CEBF-F6DB-1CC5-E2CBCFBA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DDD44540-58F2-A7E3-9781-952C4085CC87}"/>
              </a:ext>
            </a:extLst>
          </p:cNvPr>
          <p:cNvGrpSpPr/>
          <p:nvPr/>
        </p:nvGrpSpPr>
        <p:grpSpPr>
          <a:xfrm>
            <a:off x="0" y="114276"/>
            <a:ext cx="690490" cy="6572004"/>
            <a:chOff x="0" y="114276"/>
            <a:chExt cx="690490" cy="6572004"/>
          </a:xfrm>
        </p:grpSpPr>
        <p:pic>
          <p:nvPicPr>
            <p:cNvPr id="5" name="Picture 78">
              <a:extLst>
                <a:ext uri="{FF2B5EF4-FFF2-40B4-BE49-F238E27FC236}">
                  <a16:creationId xmlns:a16="http://schemas.microsoft.com/office/drawing/2014/main" id="{48A5C5BE-F3C2-4EAF-27E1-BFBE34CF49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14276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78">
              <a:extLst>
                <a:ext uri="{FF2B5EF4-FFF2-40B4-BE49-F238E27FC236}">
                  <a16:creationId xmlns:a16="http://schemas.microsoft.com/office/drawing/2014/main" id="{309887B4-D802-B2FD-7A38-806CC62B55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90737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78">
              <a:extLst>
                <a:ext uri="{FF2B5EF4-FFF2-40B4-BE49-F238E27FC236}">
                  <a16:creationId xmlns:a16="http://schemas.microsoft.com/office/drawing/2014/main" id="{B9580AD8-0276-5925-7468-9C38E624A0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90704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8">
              <a:extLst>
                <a:ext uri="{FF2B5EF4-FFF2-40B4-BE49-F238E27FC236}">
                  <a16:creationId xmlns:a16="http://schemas.microsoft.com/office/drawing/2014/main" id="{54FBAD83-9120-B4E9-8DA5-AF8C0874C4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357955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78">
              <a:extLst>
                <a:ext uri="{FF2B5EF4-FFF2-40B4-BE49-F238E27FC236}">
                  <a16:creationId xmlns:a16="http://schemas.microsoft.com/office/drawing/2014/main" id="{225D67CB-964E-BF88-93C4-64C5CE1CE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175221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78">
              <a:extLst>
                <a:ext uri="{FF2B5EF4-FFF2-40B4-BE49-F238E27FC236}">
                  <a16:creationId xmlns:a16="http://schemas.microsoft.com/office/drawing/2014/main" id="{0DA293D3-2E36-2B9D-5723-0E31ABE443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54531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78">
              <a:extLst>
                <a:ext uri="{FF2B5EF4-FFF2-40B4-BE49-F238E27FC236}">
                  <a16:creationId xmlns:a16="http://schemas.microsoft.com/office/drawing/2014/main" id="{4384CD05-D63D-6091-3240-2F8AD4A461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12864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78">
              <a:extLst>
                <a:ext uri="{FF2B5EF4-FFF2-40B4-BE49-F238E27FC236}">
                  <a16:creationId xmlns:a16="http://schemas.microsoft.com/office/drawing/2014/main" id="{3CC21849-2F80-EBB0-7DA4-87122D324D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299589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78">
              <a:extLst>
                <a:ext uri="{FF2B5EF4-FFF2-40B4-BE49-F238E27FC236}">
                  <a16:creationId xmlns:a16="http://schemas.microsoft.com/office/drawing/2014/main" id="{824A01BF-6E16-0086-7AB8-D40C7EB70E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379010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78">
              <a:extLst>
                <a:ext uri="{FF2B5EF4-FFF2-40B4-BE49-F238E27FC236}">
                  <a16:creationId xmlns:a16="http://schemas.microsoft.com/office/drawing/2014/main" id="{DDE12E74-E24C-ED98-72CA-A3EFB3F46C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17210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78">
              <a:extLst>
                <a:ext uri="{FF2B5EF4-FFF2-40B4-BE49-F238E27FC236}">
                  <a16:creationId xmlns:a16="http://schemas.microsoft.com/office/drawing/2014/main" id="{25F49A52-C8B7-5CE9-8724-B0E85EC0E8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375543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78">
              <a:extLst>
                <a:ext uri="{FF2B5EF4-FFF2-40B4-BE49-F238E27FC236}">
                  <a16:creationId xmlns:a16="http://schemas.microsoft.com/office/drawing/2014/main" id="{2BE2C36F-AD83-C952-A135-9D9DD1DE26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462268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78">
              <a:extLst>
                <a:ext uri="{FF2B5EF4-FFF2-40B4-BE49-F238E27FC236}">
                  <a16:creationId xmlns:a16="http://schemas.microsoft.com/office/drawing/2014/main" id="{620F5E7C-DA9E-105C-9014-91A3F128A1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073269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78">
              <a:extLst>
                <a:ext uri="{FF2B5EF4-FFF2-40B4-BE49-F238E27FC236}">
                  <a16:creationId xmlns:a16="http://schemas.microsoft.com/office/drawing/2014/main" id="{2F54FE42-D88C-0D38-ED68-97B5E1E68E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86636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78">
              <a:extLst>
                <a:ext uri="{FF2B5EF4-FFF2-40B4-BE49-F238E27FC236}">
                  <a16:creationId xmlns:a16="http://schemas.microsoft.com/office/drawing/2014/main" id="{6CBFA6BC-0915-EA01-F4C3-40D99FB5E3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5449697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78">
              <a:extLst>
                <a:ext uri="{FF2B5EF4-FFF2-40B4-BE49-F238E27FC236}">
                  <a16:creationId xmlns:a16="http://schemas.microsoft.com/office/drawing/2014/main" id="{E988B966-4CF4-AD96-8519-BD61A347B3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lum bright="70000" contrast="-70000"/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589" t="33937" r="20135" b="35294"/>
            <a:stretch>
              <a:fillRect/>
            </a:stretch>
          </p:blipFill>
          <p:spPr bwMode="auto">
            <a:xfrm>
              <a:off x="0" y="6316948"/>
              <a:ext cx="690490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4" name="صورة 23" descr="صورة تحتوي على نص, لقطة شاشة, الخط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72CC409D-98EB-6004-395F-803C1C7AA6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65" y="55928"/>
            <a:ext cx="10374173" cy="624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847989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284</Words>
  <Application>Microsoft Office PowerPoint</Application>
  <PresentationFormat>شاشة عريضة</PresentationFormat>
  <Paragraphs>42</Paragraphs>
  <Slides>8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6" baseType="lpstr">
      <vt:lpstr>29LT Azer</vt:lpstr>
      <vt:lpstr>Almohanad long kaf</vt:lpstr>
      <vt:lpstr>Aptos</vt:lpstr>
      <vt:lpstr>Aptos Display</vt:lpstr>
      <vt:lpstr>Arial</vt:lpstr>
      <vt:lpstr>Calibri</vt:lpstr>
      <vt:lpstr>Times New Roman</vt:lpstr>
      <vt:lpstr>نسق Office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nawaf albishri</dc:creator>
  <cp:lastModifiedBy>nawaf albishri</cp:lastModifiedBy>
  <cp:revision>1</cp:revision>
  <dcterms:created xsi:type="dcterms:W3CDTF">2025-11-07T06:22:24Z</dcterms:created>
  <dcterms:modified xsi:type="dcterms:W3CDTF">2025-11-25T15:37:30Z</dcterms:modified>
</cp:coreProperties>
</file>