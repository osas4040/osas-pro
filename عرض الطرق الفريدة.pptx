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bookmarkIdSeed="3">
  <p:sldMasterIdLst>
    <p:sldMasterId id="2147483648" r:id="rId1"/>
  </p:sldMasterIdLst>
  <p:notesMasterIdLst>
    <p:notesMasterId r:id="rId18"/>
  </p:notesMasterIdLst>
  <p:sldIdLst>
    <p:sldId id="257" r:id="rId2"/>
    <p:sldId id="282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60" r:id="rId12"/>
    <p:sldId id="288" r:id="rId13"/>
    <p:sldId id="289" r:id="rId14"/>
    <p:sldId id="277" r:id="rId15"/>
    <p:sldId id="331" r:id="rId16"/>
    <p:sldId id="267" r:id="rId17"/>
  </p:sldIdLst>
  <p:sldSz cx="12192000" cy="6858000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مقطع افتراضي" id="{F12C783E-B7C8-49FA-BA6C-5E7E583FFA65}">
          <p14:sldIdLst/>
        </p14:section>
        <p14:section name="مقطع افتراضي" id="{0388154F-0754-4DD8-BDDC-3A76804CF159}">
          <p14:sldIdLst>
            <p14:sldId id="257"/>
            <p14:sldId id="282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60"/>
            <p14:sldId id="288"/>
            <p14:sldId id="289"/>
            <p14:sldId id="277"/>
            <p14:sldId id="331"/>
          </p14:sldIdLst>
        </p14:section>
        <p14:section name="مقطع بدون عنوان" id="{191E1627-0225-44D9-8837-EB5FEBE4C48F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213282-7D33-4ABD-9619-703B771C1427}" v="110" dt="2026-03-09T00:03:44.3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نمط متوسط 2 - تميي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waf albishri" userId="92654b35189b4f29" providerId="LiveId" clId="{D630D456-027F-4EC6-9020-9E481C994EF4}"/>
    <pc:docChg chg="undo redo custSel addSld delSld modSld modSection">
      <pc:chgData name="nawaf albishri" userId="92654b35189b4f29" providerId="LiveId" clId="{D630D456-027F-4EC6-9020-9E481C994EF4}" dt="2026-03-09T00:07:02.748" v="978" actId="20577"/>
      <pc:docMkLst>
        <pc:docMk/>
      </pc:docMkLst>
      <pc:sldChg chg="modSp mod">
        <pc:chgData name="nawaf albishri" userId="92654b35189b4f29" providerId="LiveId" clId="{D630D456-027F-4EC6-9020-9E481C994EF4}" dt="2026-03-09T00:07:02.748" v="978" actId="20577"/>
        <pc:sldMkLst>
          <pc:docMk/>
          <pc:sldMk cId="1675570258" sldId="257"/>
        </pc:sldMkLst>
        <pc:spChg chg="mod">
          <ac:chgData name="nawaf albishri" userId="92654b35189b4f29" providerId="LiveId" clId="{D630D456-027F-4EC6-9020-9E481C994EF4}" dt="2026-03-09T00:07:02.748" v="978" actId="20577"/>
          <ac:spMkLst>
            <pc:docMk/>
            <pc:sldMk cId="1675570258" sldId="257"/>
            <ac:spMk id="23" creationId="{958F14ED-8B6B-9FE3-3365-A2EC1EA56ED9}"/>
          </ac:spMkLst>
        </pc:spChg>
      </pc:sldChg>
      <pc:sldChg chg="modSp mod">
        <pc:chgData name="nawaf albishri" userId="92654b35189b4f29" providerId="LiveId" clId="{D630D456-027F-4EC6-9020-9E481C994EF4}" dt="2026-03-09T00:04:41.772" v="961" actId="1076"/>
        <pc:sldMkLst>
          <pc:docMk/>
          <pc:sldMk cId="4165345702" sldId="277"/>
        </pc:sldMkLst>
        <pc:spChg chg="mod">
          <ac:chgData name="nawaf albishri" userId="92654b35189b4f29" providerId="LiveId" clId="{D630D456-027F-4EC6-9020-9E481C994EF4}" dt="2026-03-09T00:04:38.865" v="960" actId="1076"/>
          <ac:spMkLst>
            <pc:docMk/>
            <pc:sldMk cId="4165345702" sldId="277"/>
            <ac:spMk id="2" creationId="{4EE50425-8D45-FAAA-4823-DA822AE4B470}"/>
          </ac:spMkLst>
        </pc:spChg>
        <pc:picChg chg="mod">
          <ac:chgData name="nawaf albishri" userId="92654b35189b4f29" providerId="LiveId" clId="{D630D456-027F-4EC6-9020-9E481C994EF4}" dt="2026-03-09T00:04:41.772" v="961" actId="1076"/>
          <ac:picMkLst>
            <pc:docMk/>
            <pc:sldMk cId="4165345702" sldId="277"/>
            <ac:picMk id="21" creationId="{4FC02DA5-375F-AFB4-C870-ADF090E654D7}"/>
          </ac:picMkLst>
        </pc:picChg>
      </pc:sldChg>
      <pc:sldChg chg="modSp mod">
        <pc:chgData name="nawaf albishri" userId="92654b35189b4f29" providerId="LiveId" clId="{D630D456-027F-4EC6-9020-9E481C994EF4}" dt="2026-03-09T00:05:58.121" v="963" actId="20577"/>
        <pc:sldMkLst>
          <pc:docMk/>
          <pc:sldMk cId="2340668048" sldId="282"/>
        </pc:sldMkLst>
        <pc:spChg chg="mod">
          <ac:chgData name="nawaf albishri" userId="92654b35189b4f29" providerId="LiveId" clId="{D630D456-027F-4EC6-9020-9E481C994EF4}" dt="2026-03-09T00:05:58.121" v="963" actId="20577"/>
          <ac:spMkLst>
            <pc:docMk/>
            <pc:sldMk cId="2340668048" sldId="282"/>
            <ac:spMk id="56" creationId="{D23971D1-A0D2-8F29-9A3B-26C40EF48107}"/>
          </ac:spMkLst>
        </pc:spChg>
      </pc:sldChg>
      <pc:sldChg chg="modSp add del mod">
        <pc:chgData name="nawaf albishri" userId="92654b35189b4f29" providerId="LiveId" clId="{D630D456-027F-4EC6-9020-9E481C994EF4}" dt="2026-03-08T23:49:12.038" v="823" actId="47"/>
        <pc:sldMkLst>
          <pc:docMk/>
          <pc:sldMk cId="317061938" sldId="283"/>
        </pc:sldMkLst>
      </pc:sldChg>
      <pc:sldChg chg="add del">
        <pc:chgData name="nawaf albishri" userId="92654b35189b4f29" providerId="LiveId" clId="{D630D456-027F-4EC6-9020-9E481C994EF4}" dt="2026-03-08T23:49:11.241" v="822" actId="47"/>
        <pc:sldMkLst>
          <pc:docMk/>
          <pc:sldMk cId="2023393655" sldId="284"/>
        </pc:sldMkLst>
      </pc:sldChg>
      <pc:sldChg chg="add del">
        <pc:chgData name="nawaf albishri" userId="92654b35189b4f29" providerId="LiveId" clId="{D630D456-027F-4EC6-9020-9E481C994EF4}" dt="2026-03-08T23:49:10.461" v="821" actId="47"/>
        <pc:sldMkLst>
          <pc:docMk/>
          <pc:sldMk cId="4100411772" sldId="285"/>
        </pc:sldMkLst>
      </pc:sldChg>
      <pc:sldChg chg="add del">
        <pc:chgData name="nawaf albishri" userId="92654b35189b4f29" providerId="LiveId" clId="{D630D456-027F-4EC6-9020-9E481C994EF4}" dt="2026-03-08T23:49:09.450" v="820" actId="47"/>
        <pc:sldMkLst>
          <pc:docMk/>
          <pc:sldMk cId="1241905148" sldId="286"/>
        </pc:sldMkLst>
      </pc:sldChg>
      <pc:sldChg chg="add del">
        <pc:chgData name="nawaf albishri" userId="92654b35189b4f29" providerId="LiveId" clId="{D630D456-027F-4EC6-9020-9E481C994EF4}" dt="2026-03-08T23:49:08.711" v="819" actId="47"/>
        <pc:sldMkLst>
          <pc:docMk/>
          <pc:sldMk cId="2308948408" sldId="287"/>
        </pc:sldMkLst>
      </pc:sldChg>
      <pc:sldChg chg="del">
        <pc:chgData name="nawaf albishri" userId="92654b35189b4f29" providerId="LiveId" clId="{D630D456-027F-4EC6-9020-9E481C994EF4}" dt="2026-03-08T23:49:19.374" v="830" actId="47"/>
        <pc:sldMkLst>
          <pc:docMk/>
          <pc:sldMk cId="238326904" sldId="291"/>
        </pc:sldMkLst>
      </pc:sldChg>
      <pc:sldChg chg="add del">
        <pc:chgData name="nawaf albishri" userId="92654b35189b4f29" providerId="LiveId" clId="{D630D456-027F-4EC6-9020-9E481C994EF4}" dt="2026-03-08T23:49:12.893" v="824" actId="47"/>
        <pc:sldMkLst>
          <pc:docMk/>
          <pc:sldMk cId="552382407" sldId="304"/>
        </pc:sldMkLst>
      </pc:sldChg>
      <pc:sldChg chg="add del">
        <pc:chgData name="nawaf albishri" userId="92654b35189b4f29" providerId="LiveId" clId="{D630D456-027F-4EC6-9020-9E481C994EF4}" dt="2026-03-08T23:49:14.788" v="825" actId="47"/>
        <pc:sldMkLst>
          <pc:docMk/>
          <pc:sldMk cId="1490324293" sldId="305"/>
        </pc:sldMkLst>
      </pc:sldChg>
      <pc:sldChg chg="add del">
        <pc:chgData name="nawaf albishri" userId="92654b35189b4f29" providerId="LiveId" clId="{D630D456-027F-4EC6-9020-9E481C994EF4}" dt="2026-03-08T23:49:15.522" v="826" actId="47"/>
        <pc:sldMkLst>
          <pc:docMk/>
          <pc:sldMk cId="2275360877" sldId="306"/>
        </pc:sldMkLst>
      </pc:sldChg>
      <pc:sldChg chg="add del">
        <pc:chgData name="nawaf albishri" userId="92654b35189b4f29" providerId="LiveId" clId="{D630D456-027F-4EC6-9020-9E481C994EF4}" dt="2026-03-08T23:49:16.231" v="827" actId="47"/>
        <pc:sldMkLst>
          <pc:docMk/>
          <pc:sldMk cId="1265944611" sldId="307"/>
        </pc:sldMkLst>
      </pc:sldChg>
      <pc:sldChg chg="add del">
        <pc:chgData name="nawaf albishri" userId="92654b35189b4f29" providerId="LiveId" clId="{D630D456-027F-4EC6-9020-9E481C994EF4}" dt="2026-03-08T23:49:17.573" v="828" actId="47"/>
        <pc:sldMkLst>
          <pc:docMk/>
          <pc:sldMk cId="3926299477" sldId="308"/>
        </pc:sldMkLst>
      </pc:sldChg>
      <pc:sldChg chg="del">
        <pc:chgData name="nawaf albishri" userId="92654b35189b4f29" providerId="LiveId" clId="{D630D456-027F-4EC6-9020-9E481C994EF4}" dt="2026-03-08T23:49:18.481" v="829" actId="47"/>
        <pc:sldMkLst>
          <pc:docMk/>
          <pc:sldMk cId="2879628080" sldId="309"/>
        </pc:sldMkLst>
      </pc:sldChg>
      <pc:sldChg chg="addSp delSp modSp mod">
        <pc:chgData name="nawaf albishri" userId="92654b35189b4f29" providerId="LiveId" clId="{D630D456-027F-4EC6-9020-9E481C994EF4}" dt="2026-03-09T00:03:44.338" v="957" actId="732"/>
        <pc:sldMkLst>
          <pc:docMk/>
          <pc:sldMk cId="2063524776" sldId="331"/>
        </pc:sldMkLst>
        <pc:spChg chg="mod">
          <ac:chgData name="nawaf albishri" userId="92654b35189b4f29" providerId="LiveId" clId="{D630D456-027F-4EC6-9020-9E481C994EF4}" dt="2026-03-08T23:52:31.775" v="861" actId="20577"/>
          <ac:spMkLst>
            <pc:docMk/>
            <pc:sldMk cId="2063524776" sldId="331"/>
            <ac:spMk id="4" creationId="{40AE9AC4-117B-7AD4-8B6C-15971BDC9212}"/>
          </ac:spMkLst>
        </pc:spChg>
        <pc:spChg chg="del">
          <ac:chgData name="nawaf albishri" userId="92654b35189b4f29" providerId="LiveId" clId="{D630D456-027F-4EC6-9020-9E481C994EF4}" dt="2026-03-08T23:52:08.115" v="850" actId="478"/>
          <ac:spMkLst>
            <pc:docMk/>
            <pc:sldMk cId="2063524776" sldId="331"/>
            <ac:spMk id="22" creationId="{AC751038-764D-F8BF-1C93-7F2D42298863}"/>
          </ac:spMkLst>
        </pc:spChg>
        <pc:picChg chg="del">
          <ac:chgData name="nawaf albishri" userId="92654b35189b4f29" providerId="LiveId" clId="{D630D456-027F-4EC6-9020-9E481C994EF4}" dt="2026-03-08T23:52:11.764" v="852" actId="478"/>
          <ac:picMkLst>
            <pc:docMk/>
            <pc:sldMk cId="2063524776" sldId="331"/>
            <ac:picMk id="24" creationId="{F12F074D-A831-5624-53F0-2C5E4E31A272}"/>
          </ac:picMkLst>
        </pc:picChg>
        <pc:picChg chg="add mod">
          <ac:chgData name="nawaf albishri" userId="92654b35189b4f29" providerId="LiveId" clId="{D630D456-027F-4EC6-9020-9E481C994EF4}" dt="2026-03-08T23:59:49.800" v="923" actId="1076"/>
          <ac:picMkLst>
            <pc:docMk/>
            <pc:sldMk cId="2063524776" sldId="331"/>
            <ac:picMk id="1026" creationId="{56B9C48E-CB90-0EE7-D7E4-867C79F6DE54}"/>
          </ac:picMkLst>
        </pc:picChg>
        <pc:picChg chg="add mod">
          <ac:chgData name="nawaf albishri" userId="92654b35189b4f29" providerId="LiveId" clId="{D630D456-027F-4EC6-9020-9E481C994EF4}" dt="2026-03-08T23:59:48.115" v="922" actId="1076"/>
          <ac:picMkLst>
            <pc:docMk/>
            <pc:sldMk cId="2063524776" sldId="331"/>
            <ac:picMk id="1028" creationId="{EA9E2994-4463-B835-AD33-A38EFD59CC15}"/>
          </ac:picMkLst>
        </pc:picChg>
        <pc:picChg chg="add mod">
          <ac:chgData name="nawaf albishri" userId="92654b35189b4f29" providerId="LiveId" clId="{D630D456-027F-4EC6-9020-9E481C994EF4}" dt="2026-03-08T23:59:46.655" v="921" actId="1076"/>
          <ac:picMkLst>
            <pc:docMk/>
            <pc:sldMk cId="2063524776" sldId="331"/>
            <ac:picMk id="1030" creationId="{88265EDE-BA06-7177-08F1-8E11B8033D82}"/>
          </ac:picMkLst>
        </pc:picChg>
        <pc:picChg chg="add del mod">
          <ac:chgData name="nawaf albishri" userId="92654b35189b4f29" providerId="LiveId" clId="{D630D456-027F-4EC6-9020-9E481C994EF4}" dt="2026-03-08T23:52:13.135" v="853" actId="478"/>
          <ac:picMkLst>
            <pc:docMk/>
            <pc:sldMk cId="2063524776" sldId="331"/>
            <ac:picMk id="1032" creationId="{68C8EA05-8B65-7DA1-2C69-E7AEAE73460B}"/>
          </ac:picMkLst>
        </pc:picChg>
        <pc:picChg chg="add mod">
          <ac:chgData name="nawaf albishri" userId="92654b35189b4f29" providerId="LiveId" clId="{D630D456-027F-4EC6-9020-9E481C994EF4}" dt="2026-03-09T00:00:22.725" v="929" actId="1076"/>
          <ac:picMkLst>
            <pc:docMk/>
            <pc:sldMk cId="2063524776" sldId="331"/>
            <ac:picMk id="1034" creationId="{C533475C-3097-CB31-8340-97E50EB2D84D}"/>
          </ac:picMkLst>
        </pc:picChg>
        <pc:picChg chg="add mod">
          <ac:chgData name="nawaf albishri" userId="92654b35189b4f29" providerId="LiveId" clId="{D630D456-027F-4EC6-9020-9E481C994EF4}" dt="2026-03-08T23:57:26.560" v="898" actId="1076"/>
          <ac:picMkLst>
            <pc:docMk/>
            <pc:sldMk cId="2063524776" sldId="331"/>
            <ac:picMk id="1036" creationId="{0F165E09-6D01-BEFA-CC00-FCF698C9A61A}"/>
          </ac:picMkLst>
        </pc:picChg>
        <pc:picChg chg="add mod">
          <ac:chgData name="nawaf albishri" userId="92654b35189b4f29" providerId="LiveId" clId="{D630D456-027F-4EC6-9020-9E481C994EF4}" dt="2026-03-08T23:59:54.656" v="924" actId="1076"/>
          <ac:picMkLst>
            <pc:docMk/>
            <pc:sldMk cId="2063524776" sldId="331"/>
            <ac:picMk id="1038" creationId="{3C8E72D4-90E3-0D56-64DA-7D050BBA0119}"/>
          </ac:picMkLst>
        </pc:picChg>
        <pc:picChg chg="add mod">
          <ac:chgData name="nawaf albishri" userId="92654b35189b4f29" providerId="LiveId" clId="{D630D456-027F-4EC6-9020-9E481C994EF4}" dt="2026-03-08T23:59:34.065" v="918" actId="1076"/>
          <ac:picMkLst>
            <pc:docMk/>
            <pc:sldMk cId="2063524776" sldId="331"/>
            <ac:picMk id="1040" creationId="{0247953B-C70F-A8AC-052B-8C8804A59B92}"/>
          </ac:picMkLst>
        </pc:picChg>
        <pc:picChg chg="add mod">
          <ac:chgData name="nawaf albishri" userId="92654b35189b4f29" providerId="LiveId" clId="{D630D456-027F-4EC6-9020-9E481C994EF4}" dt="2026-03-09T00:00:28.045" v="930" actId="1076"/>
          <ac:picMkLst>
            <pc:docMk/>
            <pc:sldMk cId="2063524776" sldId="331"/>
            <ac:picMk id="1042" creationId="{EE711637-EBC6-2CAD-DFDB-1DDB4D66C641}"/>
          </ac:picMkLst>
        </pc:picChg>
        <pc:picChg chg="add mod">
          <ac:chgData name="nawaf albishri" userId="92654b35189b4f29" providerId="LiveId" clId="{D630D456-027F-4EC6-9020-9E481C994EF4}" dt="2026-03-09T00:00:37.376" v="932" actId="1076"/>
          <ac:picMkLst>
            <pc:docMk/>
            <pc:sldMk cId="2063524776" sldId="331"/>
            <ac:picMk id="1044" creationId="{157E83D5-64F7-7AB7-84DA-229AE1228F2E}"/>
          </ac:picMkLst>
        </pc:picChg>
        <pc:picChg chg="add mod">
          <ac:chgData name="nawaf albishri" userId="92654b35189b4f29" providerId="LiveId" clId="{D630D456-027F-4EC6-9020-9E481C994EF4}" dt="2026-03-09T00:01:04.225" v="934" actId="1076"/>
          <ac:picMkLst>
            <pc:docMk/>
            <pc:sldMk cId="2063524776" sldId="331"/>
            <ac:picMk id="1046" creationId="{5C6DE663-EAC8-54CE-9C07-9A2B2A22D2FB}"/>
          </ac:picMkLst>
        </pc:picChg>
        <pc:picChg chg="add mod">
          <ac:chgData name="nawaf albishri" userId="92654b35189b4f29" providerId="LiveId" clId="{D630D456-027F-4EC6-9020-9E481C994EF4}" dt="2026-03-08T23:59:43.045" v="920" actId="1076"/>
          <ac:picMkLst>
            <pc:docMk/>
            <pc:sldMk cId="2063524776" sldId="331"/>
            <ac:picMk id="1048" creationId="{E0CD67B5-7424-EEBD-804B-AC8699D5FAA0}"/>
          </ac:picMkLst>
        </pc:picChg>
        <pc:picChg chg="add mod">
          <ac:chgData name="nawaf albishri" userId="92654b35189b4f29" providerId="LiveId" clId="{D630D456-027F-4EC6-9020-9E481C994EF4}" dt="2026-03-09T00:00:31.837" v="931" actId="1076"/>
          <ac:picMkLst>
            <pc:docMk/>
            <pc:sldMk cId="2063524776" sldId="331"/>
            <ac:picMk id="1050" creationId="{6BBA6D07-D68C-37AE-F091-115A4B6C6743}"/>
          </ac:picMkLst>
        </pc:picChg>
        <pc:picChg chg="add mod">
          <ac:chgData name="nawaf albishri" userId="92654b35189b4f29" providerId="LiveId" clId="{D630D456-027F-4EC6-9020-9E481C994EF4}" dt="2026-03-09T00:02:51.105" v="950" actId="1076"/>
          <ac:picMkLst>
            <pc:docMk/>
            <pc:sldMk cId="2063524776" sldId="331"/>
            <ac:picMk id="1052" creationId="{475BF3BC-CC68-200A-183F-13CD409FB245}"/>
          </ac:picMkLst>
        </pc:picChg>
        <pc:picChg chg="add mod">
          <ac:chgData name="nawaf albishri" userId="92654b35189b4f29" providerId="LiveId" clId="{D630D456-027F-4EC6-9020-9E481C994EF4}" dt="2026-03-09T00:02:45.800" v="949" actId="1076"/>
          <ac:picMkLst>
            <pc:docMk/>
            <pc:sldMk cId="2063524776" sldId="331"/>
            <ac:picMk id="1054" creationId="{A6896D11-ECD7-1CF3-7FC1-C7C2236FBA1C}"/>
          </ac:picMkLst>
        </pc:picChg>
        <pc:picChg chg="add mod">
          <ac:chgData name="nawaf albishri" userId="92654b35189b4f29" providerId="LiveId" clId="{D630D456-027F-4EC6-9020-9E481C994EF4}" dt="2026-03-09T00:03:44.338" v="957" actId="732"/>
          <ac:picMkLst>
            <pc:docMk/>
            <pc:sldMk cId="2063524776" sldId="331"/>
            <ac:picMk id="1056" creationId="{431F7651-7E22-1B42-3B34-4E41D4BE1F59}"/>
          </ac:picMkLst>
        </pc:picChg>
      </pc:sldChg>
      <pc:sldChg chg="del">
        <pc:chgData name="nawaf albishri" userId="92654b35189b4f29" providerId="LiveId" clId="{D630D456-027F-4EC6-9020-9E481C994EF4}" dt="2026-03-08T23:49:20.461" v="831" actId="47"/>
        <pc:sldMkLst>
          <pc:docMk/>
          <pc:sldMk cId="3765680144" sldId="33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E8035CD6-1671-4CB3-8B7F-14D61B695871}" type="datetimeFigureOut">
              <a:rPr lang="ar-SA" smtClean="0"/>
              <a:t>21/09/47</a:t>
            </a:fld>
            <a:endParaRPr lang="ar-SA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SA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6189ACE2-B3A2-4046-AE95-DA47D8B4597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886787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ar-SA"/>
          </a:p>
        </p:txBody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لرأس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7FE83D-C1B2-4312-A66B-D01997718AC5}" type="slidenum">
              <a:rPr lang="ar-SA" smtClean="0"/>
              <a:t>1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611853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E7B70-C57D-51E7-886B-139CD0096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C2EB95E6-8A07-E911-FC70-AEE9D8D390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ar-SA"/>
          </a:p>
        </p:txBody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13DE6B02-D7B7-7776-B3DA-EF5515930F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لرأس 3">
            <a:extLst>
              <a:ext uri="{FF2B5EF4-FFF2-40B4-BE49-F238E27FC236}">
                <a16:creationId xmlns:a16="http://schemas.microsoft.com/office/drawing/2014/main" id="{FBBFA90D-E009-978D-5152-07853D0DC8D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DFA54A44-D5F4-C5FF-FA70-3FC62104E18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62588BAF-09B5-36DE-7C92-FF34C17A7C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7FE83D-C1B2-4312-A66B-D01997718AC5}" type="slidenum">
              <a:rPr lang="ar-SA" smtClean="0"/>
              <a:t>2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719952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2EA4907-1C1E-8393-3EBB-E99B9ABAED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7DE517CC-FAC3-A320-79B5-2AAAE5961C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277DC61D-A9D5-CBD1-F3F7-DB496EE45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55B06-2BE7-41E9-AD30-C0EBB7F89119}" type="datetimeFigureOut">
              <a:rPr lang="ar-SA" smtClean="0"/>
              <a:t>21/09/47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958490B7-E378-6AD1-B014-48FC604D3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E8DC0F61-DFCF-5CC5-1EC9-34FBFC1EE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BFAE3-3921-4DF9-AC3E-5CCD9EAFDF6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831706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1087CDC-41DD-87C6-7F10-82220FFC6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53D1CAB1-0C8A-65D2-9E89-5B3C59B79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CF3FDA03-4146-370D-410F-B57145C16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55B06-2BE7-41E9-AD30-C0EBB7F89119}" type="datetimeFigureOut">
              <a:rPr lang="ar-SA" smtClean="0"/>
              <a:t>21/09/47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913C7E30-ED58-E0BC-DED3-C16FE3430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97B08680-91DD-DAD1-9754-5EEA68D79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BFAE3-3921-4DF9-AC3E-5CCD9EAFDF6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72073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A89A35F-8FDC-B1FF-4F62-D47749E9B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2A4B1D6B-977C-727F-4840-578147D0CC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D59E040F-3BF1-C7F4-1D8E-618DEB3AD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55B06-2BE7-41E9-AD30-C0EBB7F89119}" type="datetimeFigureOut">
              <a:rPr lang="ar-SA" smtClean="0"/>
              <a:t>21/09/47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047656B7-52FF-04D1-CEE4-CD1BCF286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B791AE5D-9BA6-8944-9005-A07C9659B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BFAE3-3921-4DF9-AC3E-5CCD9EAFDF6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290932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B45B3AD-67D8-DD30-D975-442D59030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2C98E2D6-6402-741A-E418-7BA5D21EF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C6DFB114-67E6-A63E-5214-782276A647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D21154D5-6BE6-06AA-8E18-50127DE8A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55B06-2BE7-41E9-AD30-C0EBB7F89119}" type="datetimeFigureOut">
              <a:rPr lang="ar-SA" smtClean="0"/>
              <a:t>21/09/47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82603132-2EC4-17A6-4568-0D30B2D03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FC5B530D-B09A-FF83-8A27-3FE082111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BFAE3-3921-4DF9-AC3E-5CCD9EAFDF6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220599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54672F5-1E6E-6300-831E-DBC0E5BFA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60D92A72-C802-A6D9-E247-963D82C66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7A5B216C-F23A-C86F-1ADD-077BBA7A60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1FD84E26-1E4E-B150-DAE5-8E86C6609C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6635E02E-36E8-DD08-9E6B-AE703F9173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71675236-D263-54B3-B16C-CBF9A35DB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55B06-2BE7-41E9-AD30-C0EBB7F89119}" type="datetimeFigureOut">
              <a:rPr lang="ar-SA" smtClean="0"/>
              <a:t>21/09/47</a:t>
            </a:fld>
            <a:endParaRPr lang="ar-SA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ED74A137-B187-E44C-7CCD-D8B516341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9538999D-F7CA-A09B-B644-038EE8678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BFAE3-3921-4DF9-AC3E-5CCD9EAFDF6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726057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0A21F9D-95E7-15D0-925B-7371D35B5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0ED8DB4B-4287-30BE-35C8-D68C343BE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55B06-2BE7-41E9-AD30-C0EBB7F89119}" type="datetimeFigureOut">
              <a:rPr lang="ar-SA" smtClean="0"/>
              <a:t>21/09/47</a:t>
            </a:fld>
            <a:endParaRPr lang="ar-SA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EEEFB0CE-61B7-611E-9A38-F1340CFD2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C1015DC0-8A50-D846-145E-75C634D7B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BFAE3-3921-4DF9-AC3E-5CCD9EAFDF6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621058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9E654812-3B55-519A-904A-67C749E0B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55B06-2BE7-41E9-AD30-C0EBB7F89119}" type="datetimeFigureOut">
              <a:rPr lang="ar-SA" smtClean="0"/>
              <a:t>21/09/47</a:t>
            </a:fld>
            <a:endParaRPr lang="ar-SA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2CFDA4C6-6074-06B9-879E-7BA327541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842509F9-A6C1-FF2D-D228-2621BB14C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BFAE3-3921-4DF9-AC3E-5CCD9EAFDF6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089477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385FD3B-39BE-91E3-C6E2-05377A10C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17688B24-D471-9EB3-0B8E-0BF4D4CEA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027636EB-49B1-A8E1-1FB4-544F49405B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D82C9467-D3BC-8549-B2B2-4DE317DB6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55B06-2BE7-41E9-AD30-C0EBB7F89119}" type="datetimeFigureOut">
              <a:rPr lang="ar-SA" smtClean="0"/>
              <a:t>21/09/47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0C7C3551-0A1C-4C73-2019-F9539EBA0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6A598C71-6685-F219-CD31-DC95E1DB6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BFAE3-3921-4DF9-AC3E-5CCD9EAFDF6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067097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D2DA6D13-FBA3-62D2-2762-8F65AFB6F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62586516-1AF2-2A45-AF62-74DDBCE68C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F20E3264-D631-A189-8C19-D6BF33B896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FFA73DCF-59A9-A1EF-AA4E-68DCB7650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55B06-2BE7-41E9-AD30-C0EBB7F89119}" type="datetimeFigureOut">
              <a:rPr lang="ar-SA" smtClean="0"/>
              <a:t>21/09/47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F856F7DD-860F-3F05-5186-641C17250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7DFDE2CA-4A40-3787-0632-592B81B98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BFAE3-3921-4DF9-AC3E-5CCD9EAFDF6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34790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B0ED209-6B1F-7423-3C5C-7C293F7F2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0FEFE955-9942-866B-B779-F8E812A501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E94B9152-501F-D612-55A9-06C93055A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55B06-2BE7-41E9-AD30-C0EBB7F89119}" type="datetimeFigureOut">
              <a:rPr lang="ar-SA" smtClean="0"/>
              <a:t>21/09/47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6066F7E4-78C3-FDF8-F450-A231929B8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9B733D1D-E433-5642-F8E0-8BDEE081B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BFAE3-3921-4DF9-AC3E-5CCD9EAFDF6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866911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7DCA75E6-03ED-415E-9581-1625F06E5A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63F30C75-B7C6-5459-6A91-9A82EF68D6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5FA23414-D0FF-66EE-4442-2F336CB7C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55B06-2BE7-41E9-AD30-C0EBB7F89119}" type="datetimeFigureOut">
              <a:rPr lang="ar-SA" smtClean="0"/>
              <a:t>21/09/47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3A6732D8-2C5B-694E-A71E-FE3593B2B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51154660-A5AE-9012-FC91-16AC45F9D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BFAE3-3921-4DF9-AC3E-5CCD9EAFDF6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258635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B35115DD-498D-1439-22B8-658CCBE46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C934D525-76E6-531D-2FFF-33B47D401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7CBA3C98-1944-F1D5-4A96-2F89613D1A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855B06-2BE7-41E9-AD30-C0EBB7F89119}" type="datetimeFigureOut">
              <a:rPr lang="ar-SA" smtClean="0"/>
              <a:t>21/09/47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463ADBD7-C156-7ADF-6B71-7499FC35B7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A2F2B0F8-D54C-E83C-DA0F-2DEF2D1122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ABFAE3-3921-4DF9-AC3E-5CCD9EAFDF66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329655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6.wdp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jpeg"/><Relationship Id="rId3" Type="http://schemas.openxmlformats.org/officeDocument/2006/relationships/image" Target="../media/image10.png"/><Relationship Id="rId7" Type="http://schemas.openxmlformats.org/officeDocument/2006/relationships/image" Target="../media/image14.jpeg"/><Relationship Id="rId12" Type="http://schemas.openxmlformats.org/officeDocument/2006/relationships/image" Target="../media/image19.png"/><Relationship Id="rId17" Type="http://schemas.openxmlformats.org/officeDocument/2006/relationships/image" Target="../media/image24.jpeg"/><Relationship Id="rId2" Type="http://schemas.openxmlformats.org/officeDocument/2006/relationships/image" Target="../media/image1.png"/><Relationship Id="rId16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11" Type="http://schemas.openxmlformats.org/officeDocument/2006/relationships/image" Target="../media/image18.png"/><Relationship Id="rId5" Type="http://schemas.openxmlformats.org/officeDocument/2006/relationships/image" Target="../media/image12.jpeg"/><Relationship Id="rId15" Type="http://schemas.openxmlformats.org/officeDocument/2006/relationships/image" Target="../media/image22.jpeg"/><Relationship Id="rId10" Type="http://schemas.openxmlformats.org/officeDocument/2006/relationships/image" Target="../media/image17.jpe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hdphoto" Target="../media/hdphoto8.wdp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hyperlink" Target="mailto:Info@osas.sa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1.png"/><Relationship Id="rId5" Type="http://schemas.openxmlformats.org/officeDocument/2006/relationships/image" Target="../media/image26.png"/><Relationship Id="rId10" Type="http://schemas.openxmlformats.org/officeDocument/2006/relationships/image" Target="../media/image30.png"/><Relationship Id="rId4" Type="http://schemas.microsoft.com/office/2007/relationships/hdphoto" Target="../media/hdphoto7.wdp"/><Relationship Id="rId9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9">
            <a:extLst>
              <a:ext uri="{FF2B5EF4-FFF2-40B4-BE49-F238E27FC236}">
                <a16:creationId xmlns:a16="http://schemas.microsoft.com/office/drawing/2014/main" id="{D8B914C6-B2D1-1684-53FE-F23022FB21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132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ar-SA"/>
          </a:p>
        </p:txBody>
      </p:sp>
      <p:sp>
        <p:nvSpPr>
          <p:cNvPr id="11" name="Rectangle 80">
            <a:extLst>
              <a:ext uri="{FF2B5EF4-FFF2-40B4-BE49-F238E27FC236}">
                <a16:creationId xmlns:a16="http://schemas.microsoft.com/office/drawing/2014/main" id="{9E0C3696-7420-3335-2C8C-D8873F43D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3758690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ar-SA"/>
          </a:p>
        </p:txBody>
      </p:sp>
      <p:sp>
        <p:nvSpPr>
          <p:cNvPr id="13" name="Rectangle 100">
            <a:extLst>
              <a:ext uri="{FF2B5EF4-FFF2-40B4-BE49-F238E27FC236}">
                <a16:creationId xmlns:a16="http://schemas.microsoft.com/office/drawing/2014/main" id="{CB6B29AC-79A4-E877-85CB-6549EF397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7115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ar-SA"/>
          </a:p>
        </p:txBody>
      </p:sp>
      <p:sp>
        <p:nvSpPr>
          <p:cNvPr id="23" name="مربع نص 22">
            <a:extLst>
              <a:ext uri="{FF2B5EF4-FFF2-40B4-BE49-F238E27FC236}">
                <a16:creationId xmlns:a16="http://schemas.microsoft.com/office/drawing/2014/main" id="{958F14ED-8B6B-9FE3-3365-A2EC1EA56ED9}"/>
              </a:ext>
            </a:extLst>
          </p:cNvPr>
          <p:cNvSpPr txBox="1"/>
          <p:nvPr/>
        </p:nvSpPr>
        <p:spPr>
          <a:xfrm>
            <a:off x="1334534" y="2497979"/>
            <a:ext cx="10029825" cy="772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ar-SA" sz="4400" dirty="0">
                <a:solidFill>
                  <a:srgbClr val="00B0F0"/>
                </a:solidFill>
                <a:latin typeface="Aptos" panose="020B0004020202020204" pitchFamily="34" charset="0"/>
                <a:ea typeface="Aptos" panose="020B0004020202020204" pitchFamily="34" charset="0"/>
                <a:cs typeface="Almohanad long kaf" panose="02020603020101020101" pitchFamily="18" charset="0"/>
              </a:rPr>
              <a:t>العرض</a:t>
            </a:r>
            <a:r>
              <a:rPr lang="ar-SA" sz="2800" dirty="0">
                <a:solidFill>
                  <a:srgbClr val="404040"/>
                </a:solidFill>
                <a:latin typeface="Aptos" panose="020B0004020202020204" pitchFamily="34" charset="0"/>
                <a:ea typeface="Aptos" panose="020B0004020202020204" pitchFamily="34" charset="0"/>
                <a:cs typeface="Almohanad long kaf" panose="02020603020101020101" pitchFamily="18" charset="0"/>
              </a:rPr>
              <a:t> </a:t>
            </a:r>
            <a:r>
              <a:rPr lang="ar-SA" sz="4400" dirty="0">
                <a:solidFill>
                  <a:srgbClr val="00B0F0"/>
                </a:solidFill>
                <a:latin typeface="Aptos" panose="020B0004020202020204" pitchFamily="34" charset="0"/>
                <a:ea typeface="Aptos" panose="020B0004020202020204" pitchFamily="34" charset="0"/>
                <a:cs typeface="Almohanad long kaf" panose="02020603020101020101" pitchFamily="18" charset="0"/>
              </a:rPr>
              <a:t>الفني </a:t>
            </a:r>
          </a:p>
        </p:txBody>
      </p:sp>
      <p:sp>
        <p:nvSpPr>
          <p:cNvPr id="25" name="مربع نص 161">
            <a:extLst>
              <a:ext uri="{FF2B5EF4-FFF2-40B4-BE49-F238E27FC236}">
                <a16:creationId xmlns:a16="http://schemas.microsoft.com/office/drawing/2014/main" id="{9DB070C0-AC78-744D-5232-4B858A93EC90}"/>
              </a:ext>
            </a:extLst>
          </p:cNvPr>
          <p:cNvSpPr txBox="1"/>
          <p:nvPr/>
        </p:nvSpPr>
        <p:spPr>
          <a:xfrm flipH="1">
            <a:off x="2414910" y="4632647"/>
            <a:ext cx="7114540" cy="18466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685800" tIns="0" rIns="160020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1">
              <a:buNone/>
            </a:pPr>
            <a:r>
              <a:rPr lang="ar-SA" sz="1200" dirty="0">
                <a:solidFill>
                  <a:srgbClr val="7030A0"/>
                </a:solidFill>
                <a:ea typeface="Times New Roman" panose="02020603050405020304" pitchFamily="18" charset="0"/>
                <a:cs typeface="Almohanad long kaf" panose="02020603020101020101" pitchFamily="18" charset="0"/>
              </a:rPr>
              <a:t>     </a:t>
            </a:r>
            <a:endParaRPr lang="en-US" sz="1100" dirty="0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6" name="Rectangle 113">
            <a:extLst>
              <a:ext uri="{FF2B5EF4-FFF2-40B4-BE49-F238E27FC236}">
                <a16:creationId xmlns:a16="http://schemas.microsoft.com/office/drawing/2014/main" id="{6A7D653C-DC72-4B46-EAB7-46A721CEE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07270" y="43939"/>
            <a:ext cx="1847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 defTabSz="914354" rtl="1" eaLnBrk="0" fontAlgn="base" hangingPunct="0">
              <a:spcBef>
                <a:spcPct val="0"/>
              </a:spcBef>
              <a:spcAft>
                <a:spcPct val="0"/>
              </a:spcAft>
            </a:pPr>
            <a:endParaRPr lang="ar-SA" altLang="ar-S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مربع نص 26">
            <a:extLst>
              <a:ext uri="{FF2B5EF4-FFF2-40B4-BE49-F238E27FC236}">
                <a16:creationId xmlns:a16="http://schemas.microsoft.com/office/drawing/2014/main" id="{C50417CA-8E40-DB0C-8D4E-7C7FFB273739}"/>
              </a:ext>
            </a:extLst>
          </p:cNvPr>
          <p:cNvSpPr txBox="1"/>
          <p:nvPr/>
        </p:nvSpPr>
        <p:spPr>
          <a:xfrm>
            <a:off x="1726313" y="4033609"/>
            <a:ext cx="4179189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altLang="ar-SA" dirty="0">
                <a:solidFill>
                  <a:srgbClr val="7030A0"/>
                </a:solidFill>
                <a:latin typeface="Almohanad long kaf" panose="02020603020101020101" pitchFamily="18" charset="0"/>
                <a:ea typeface="Times New Roman" panose="02020603050405020304" pitchFamily="18" charset="0"/>
                <a:cs typeface="Almohanad long kaf" panose="02020603020101020101" pitchFamily="18" charset="0"/>
              </a:rPr>
              <a:t>نرتقي بإدارة أسطولكم إلى مستوى استثنائي</a:t>
            </a:r>
            <a:endParaRPr lang="ar-SA" altLang="ar-SA" sz="2800" dirty="0">
              <a:latin typeface="Arial" panose="020B0604020202020204" pitchFamily="34" charset="0"/>
            </a:endParaRPr>
          </a:p>
          <a:p>
            <a:endParaRPr lang="ar-SA" dirty="0"/>
          </a:p>
        </p:txBody>
      </p: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0DBB4EE3-408C-00CC-ACA5-5DECA2D483DB}"/>
              </a:ext>
            </a:extLst>
          </p:cNvPr>
          <p:cNvGrpSpPr/>
          <p:nvPr/>
        </p:nvGrpSpPr>
        <p:grpSpPr>
          <a:xfrm>
            <a:off x="0" y="114276"/>
            <a:ext cx="690490" cy="6572004"/>
            <a:chOff x="0" y="114276"/>
            <a:chExt cx="690490" cy="6572004"/>
          </a:xfrm>
        </p:grpSpPr>
        <p:pic>
          <p:nvPicPr>
            <p:cNvPr id="1102" name="Picture 78">
              <a:extLst>
                <a:ext uri="{FF2B5EF4-FFF2-40B4-BE49-F238E27FC236}">
                  <a16:creationId xmlns:a16="http://schemas.microsoft.com/office/drawing/2014/main" id="{2F39D1D2-95FC-BDA7-F0ED-399C20E69A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14276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78">
              <a:extLst>
                <a:ext uri="{FF2B5EF4-FFF2-40B4-BE49-F238E27FC236}">
                  <a16:creationId xmlns:a16="http://schemas.microsoft.com/office/drawing/2014/main" id="{8F7098D7-8008-8A51-FB0F-1F70C66BE3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90737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78">
              <a:extLst>
                <a:ext uri="{FF2B5EF4-FFF2-40B4-BE49-F238E27FC236}">
                  <a16:creationId xmlns:a16="http://schemas.microsoft.com/office/drawing/2014/main" id="{ACBC67F9-D250-D1CF-E124-E712B0FBB7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90704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78">
              <a:extLst>
                <a:ext uri="{FF2B5EF4-FFF2-40B4-BE49-F238E27FC236}">
                  <a16:creationId xmlns:a16="http://schemas.microsoft.com/office/drawing/2014/main" id="{D4B97E8A-311B-2E4C-59CB-65C4334C21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35795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78">
              <a:extLst>
                <a:ext uri="{FF2B5EF4-FFF2-40B4-BE49-F238E27FC236}">
                  <a16:creationId xmlns:a16="http://schemas.microsoft.com/office/drawing/2014/main" id="{BE71685E-3347-5335-0615-AB772250CA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75221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78">
              <a:extLst>
                <a:ext uri="{FF2B5EF4-FFF2-40B4-BE49-F238E27FC236}">
                  <a16:creationId xmlns:a16="http://schemas.microsoft.com/office/drawing/2014/main" id="{EA2E0247-5979-373C-254C-6962D279DC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54531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78">
              <a:extLst>
                <a:ext uri="{FF2B5EF4-FFF2-40B4-BE49-F238E27FC236}">
                  <a16:creationId xmlns:a16="http://schemas.microsoft.com/office/drawing/2014/main" id="{7566AED6-B39C-5308-D18E-7A54A24104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12864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78">
              <a:extLst>
                <a:ext uri="{FF2B5EF4-FFF2-40B4-BE49-F238E27FC236}">
                  <a16:creationId xmlns:a16="http://schemas.microsoft.com/office/drawing/2014/main" id="{B5C86433-32C3-A049-D675-4964A6D4E1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99589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78">
              <a:extLst>
                <a:ext uri="{FF2B5EF4-FFF2-40B4-BE49-F238E27FC236}">
                  <a16:creationId xmlns:a16="http://schemas.microsoft.com/office/drawing/2014/main" id="{FDBA068D-12D2-78C6-40A1-A328074825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379010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" name="Picture 78">
              <a:extLst>
                <a:ext uri="{FF2B5EF4-FFF2-40B4-BE49-F238E27FC236}">
                  <a16:creationId xmlns:a16="http://schemas.microsoft.com/office/drawing/2014/main" id="{BF633996-122B-0AEB-739C-F03EEE0F3A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17210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" name="Picture 78">
              <a:extLst>
                <a:ext uri="{FF2B5EF4-FFF2-40B4-BE49-F238E27FC236}">
                  <a16:creationId xmlns:a16="http://schemas.microsoft.com/office/drawing/2014/main" id="{DF8ED060-1402-020C-D969-86E8F808BF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75543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" name="Picture 78">
              <a:extLst>
                <a:ext uri="{FF2B5EF4-FFF2-40B4-BE49-F238E27FC236}">
                  <a16:creationId xmlns:a16="http://schemas.microsoft.com/office/drawing/2014/main" id="{880BA0EA-8AED-E808-D9F4-EF983EFC3C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62268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" name="Picture 78">
              <a:extLst>
                <a:ext uri="{FF2B5EF4-FFF2-40B4-BE49-F238E27FC236}">
                  <a16:creationId xmlns:a16="http://schemas.microsoft.com/office/drawing/2014/main" id="{74ED94AC-0529-4280-08A3-A48DA8F1DF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07326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" name="Picture 78">
              <a:extLst>
                <a:ext uri="{FF2B5EF4-FFF2-40B4-BE49-F238E27FC236}">
                  <a16:creationId xmlns:a16="http://schemas.microsoft.com/office/drawing/2014/main" id="{1D40BDAF-23F3-0BE6-8BF7-A307B13CD1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86636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" name="Picture 78">
              <a:extLst>
                <a:ext uri="{FF2B5EF4-FFF2-40B4-BE49-F238E27FC236}">
                  <a16:creationId xmlns:a16="http://schemas.microsoft.com/office/drawing/2014/main" id="{B37363B0-D33C-6271-9EAD-587D171788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44969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" name="Picture 78">
              <a:extLst>
                <a:ext uri="{FF2B5EF4-FFF2-40B4-BE49-F238E27FC236}">
                  <a16:creationId xmlns:a16="http://schemas.microsoft.com/office/drawing/2014/main" id="{19B6EB5B-E757-4FF6-1B37-08A3CCAC9B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631694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6" name="مربع نص 55">
            <a:extLst>
              <a:ext uri="{FF2B5EF4-FFF2-40B4-BE49-F238E27FC236}">
                <a16:creationId xmlns:a16="http://schemas.microsoft.com/office/drawing/2014/main" id="{D755E938-427F-FD55-3EC2-C5CEA7E83E6A}"/>
              </a:ext>
            </a:extLst>
          </p:cNvPr>
          <p:cNvSpPr txBox="1"/>
          <p:nvPr/>
        </p:nvSpPr>
        <p:spPr>
          <a:xfrm>
            <a:off x="2543176" y="6132282"/>
            <a:ext cx="1914525" cy="369332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 algn="ctr" rtl="1"/>
            <a:r>
              <a:rPr lang="ar-SA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2025/12</a:t>
            </a:r>
          </a:p>
        </p:txBody>
      </p:sp>
      <p:pic>
        <p:nvPicPr>
          <p:cNvPr id="4" name="صورة 3" descr="صورة تحتوي على الخط, شعار, الرسومات, نص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9B53BB48-9602-0DB6-E4B8-16D2A6F5FD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5985" y="0"/>
            <a:ext cx="2066925" cy="206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570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04656-22B5-8B1A-0C18-9DF739B01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9">
            <a:extLst>
              <a:ext uri="{FF2B5EF4-FFF2-40B4-BE49-F238E27FC236}">
                <a16:creationId xmlns:a16="http://schemas.microsoft.com/office/drawing/2014/main" id="{EEA4AC43-7288-CC47-DD14-45A9DA60A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132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ar-SA"/>
          </a:p>
        </p:txBody>
      </p:sp>
      <p:sp>
        <p:nvSpPr>
          <p:cNvPr id="11" name="Rectangle 80">
            <a:extLst>
              <a:ext uri="{FF2B5EF4-FFF2-40B4-BE49-F238E27FC236}">
                <a16:creationId xmlns:a16="http://schemas.microsoft.com/office/drawing/2014/main" id="{81198505-987C-AEED-29AE-0203F2645E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3758690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ar-SA"/>
          </a:p>
        </p:txBody>
      </p:sp>
      <p:sp>
        <p:nvSpPr>
          <p:cNvPr id="13" name="Rectangle 100">
            <a:extLst>
              <a:ext uri="{FF2B5EF4-FFF2-40B4-BE49-F238E27FC236}">
                <a16:creationId xmlns:a16="http://schemas.microsoft.com/office/drawing/2014/main" id="{4451B5B7-7F1D-6445-FF3F-411242E0F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7115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ar-SA"/>
          </a:p>
        </p:txBody>
      </p:sp>
      <p:sp>
        <p:nvSpPr>
          <p:cNvPr id="24" name="مربع نص 161">
            <a:extLst>
              <a:ext uri="{FF2B5EF4-FFF2-40B4-BE49-F238E27FC236}">
                <a16:creationId xmlns:a16="http://schemas.microsoft.com/office/drawing/2014/main" id="{0EF6B6AB-FA18-0844-B88F-25AD1F55B35B}"/>
              </a:ext>
            </a:extLst>
          </p:cNvPr>
          <p:cNvSpPr txBox="1"/>
          <p:nvPr/>
        </p:nvSpPr>
        <p:spPr>
          <a:xfrm flipH="1">
            <a:off x="2329185" y="4356775"/>
            <a:ext cx="7114540" cy="18466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685800" tIns="0" rIns="160020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1">
              <a:buNone/>
            </a:pPr>
            <a:r>
              <a:rPr lang="ar-SA" sz="1200">
                <a:solidFill>
                  <a:srgbClr val="7030A0"/>
                </a:solidFill>
                <a:ea typeface="Times New Roman" panose="02020603050405020304" pitchFamily="18" charset="0"/>
                <a:cs typeface="Almohanad long kaf" panose="02020603020101020101" pitchFamily="18" charset="0"/>
              </a:rPr>
              <a:t>     </a:t>
            </a:r>
            <a:endParaRPr lang="en-US" sz="1100" dirty="0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5" name="مربع نص 161">
            <a:extLst>
              <a:ext uri="{FF2B5EF4-FFF2-40B4-BE49-F238E27FC236}">
                <a16:creationId xmlns:a16="http://schemas.microsoft.com/office/drawing/2014/main" id="{A195B639-4530-D191-EBD9-66405C96E222}"/>
              </a:ext>
            </a:extLst>
          </p:cNvPr>
          <p:cNvSpPr txBox="1"/>
          <p:nvPr/>
        </p:nvSpPr>
        <p:spPr>
          <a:xfrm flipH="1">
            <a:off x="2414910" y="4632647"/>
            <a:ext cx="7114540" cy="18466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685800" tIns="0" rIns="160020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1">
              <a:buNone/>
            </a:pPr>
            <a:r>
              <a:rPr lang="ar-SA" sz="1200" dirty="0">
                <a:solidFill>
                  <a:srgbClr val="7030A0"/>
                </a:solidFill>
                <a:ea typeface="Times New Roman" panose="02020603050405020304" pitchFamily="18" charset="0"/>
                <a:cs typeface="Almohanad long kaf" panose="02020603020101020101" pitchFamily="18" charset="0"/>
              </a:rPr>
              <a:t>     </a:t>
            </a:r>
            <a:endParaRPr lang="en-US" sz="1100" dirty="0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6" name="Rectangle 113">
            <a:extLst>
              <a:ext uri="{FF2B5EF4-FFF2-40B4-BE49-F238E27FC236}">
                <a16:creationId xmlns:a16="http://schemas.microsoft.com/office/drawing/2014/main" id="{6D77BEDA-A694-2AC9-46C6-E85FE1D56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07270" y="43939"/>
            <a:ext cx="1847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r" defTabSz="914354" rtl="1" eaLnBrk="0" fontAlgn="base" hangingPunct="0">
              <a:spcBef>
                <a:spcPct val="0"/>
              </a:spcBef>
              <a:spcAft>
                <a:spcPct val="0"/>
              </a:spcAft>
            </a:pPr>
            <a:endParaRPr lang="ar-SA" altLang="ar-S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64183336-BF6B-31C7-DEEC-6DA5134A8813}"/>
              </a:ext>
            </a:extLst>
          </p:cNvPr>
          <p:cNvGrpSpPr/>
          <p:nvPr/>
        </p:nvGrpSpPr>
        <p:grpSpPr>
          <a:xfrm>
            <a:off x="0" y="114276"/>
            <a:ext cx="690490" cy="6572004"/>
            <a:chOff x="0" y="114276"/>
            <a:chExt cx="690490" cy="6572004"/>
          </a:xfrm>
        </p:grpSpPr>
        <p:pic>
          <p:nvPicPr>
            <p:cNvPr id="1102" name="Picture 78">
              <a:extLst>
                <a:ext uri="{FF2B5EF4-FFF2-40B4-BE49-F238E27FC236}">
                  <a16:creationId xmlns:a16="http://schemas.microsoft.com/office/drawing/2014/main" id="{571CC605-7743-A43E-0BF4-8839287F42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14276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78">
              <a:extLst>
                <a:ext uri="{FF2B5EF4-FFF2-40B4-BE49-F238E27FC236}">
                  <a16:creationId xmlns:a16="http://schemas.microsoft.com/office/drawing/2014/main" id="{4723ABAA-F1B5-45BA-A280-55D368EED6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90737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78">
              <a:extLst>
                <a:ext uri="{FF2B5EF4-FFF2-40B4-BE49-F238E27FC236}">
                  <a16:creationId xmlns:a16="http://schemas.microsoft.com/office/drawing/2014/main" id="{0970295C-B5B5-33C2-1AFC-994C23B5E4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90704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78">
              <a:extLst>
                <a:ext uri="{FF2B5EF4-FFF2-40B4-BE49-F238E27FC236}">
                  <a16:creationId xmlns:a16="http://schemas.microsoft.com/office/drawing/2014/main" id="{5923CB1F-CF03-AE97-EBF1-46F0641878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35795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78">
              <a:extLst>
                <a:ext uri="{FF2B5EF4-FFF2-40B4-BE49-F238E27FC236}">
                  <a16:creationId xmlns:a16="http://schemas.microsoft.com/office/drawing/2014/main" id="{52F9D37B-EEE0-37E1-7824-1712BA296E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75221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78">
              <a:extLst>
                <a:ext uri="{FF2B5EF4-FFF2-40B4-BE49-F238E27FC236}">
                  <a16:creationId xmlns:a16="http://schemas.microsoft.com/office/drawing/2014/main" id="{96A08E61-F90C-F407-F757-DE9B24EAFD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54531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78">
              <a:extLst>
                <a:ext uri="{FF2B5EF4-FFF2-40B4-BE49-F238E27FC236}">
                  <a16:creationId xmlns:a16="http://schemas.microsoft.com/office/drawing/2014/main" id="{33F73641-F745-F057-10AD-873722C437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12864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78">
              <a:extLst>
                <a:ext uri="{FF2B5EF4-FFF2-40B4-BE49-F238E27FC236}">
                  <a16:creationId xmlns:a16="http://schemas.microsoft.com/office/drawing/2014/main" id="{6612C814-64C7-CCB7-B901-D27BE699D4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99589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78">
              <a:extLst>
                <a:ext uri="{FF2B5EF4-FFF2-40B4-BE49-F238E27FC236}">
                  <a16:creationId xmlns:a16="http://schemas.microsoft.com/office/drawing/2014/main" id="{0D1870E4-F79C-7FE3-D4C9-484304C467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379010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" name="Picture 78">
              <a:extLst>
                <a:ext uri="{FF2B5EF4-FFF2-40B4-BE49-F238E27FC236}">
                  <a16:creationId xmlns:a16="http://schemas.microsoft.com/office/drawing/2014/main" id="{E3E414D6-60C0-19C6-0F09-09C0B5AB8C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17210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" name="Picture 78">
              <a:extLst>
                <a:ext uri="{FF2B5EF4-FFF2-40B4-BE49-F238E27FC236}">
                  <a16:creationId xmlns:a16="http://schemas.microsoft.com/office/drawing/2014/main" id="{84FF133F-6859-34BA-45A8-541866F828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75543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" name="Picture 78">
              <a:extLst>
                <a:ext uri="{FF2B5EF4-FFF2-40B4-BE49-F238E27FC236}">
                  <a16:creationId xmlns:a16="http://schemas.microsoft.com/office/drawing/2014/main" id="{7E7060CE-19A5-F0AA-CFAB-809627FF03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62268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" name="Picture 78">
              <a:extLst>
                <a:ext uri="{FF2B5EF4-FFF2-40B4-BE49-F238E27FC236}">
                  <a16:creationId xmlns:a16="http://schemas.microsoft.com/office/drawing/2014/main" id="{3904C0DB-DDB7-BFB0-83A4-560F12FFDC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07326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" name="Picture 78">
              <a:extLst>
                <a:ext uri="{FF2B5EF4-FFF2-40B4-BE49-F238E27FC236}">
                  <a16:creationId xmlns:a16="http://schemas.microsoft.com/office/drawing/2014/main" id="{D9AB8E16-4681-79A6-E4A9-D5A75EECEB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86636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" name="Picture 78">
              <a:extLst>
                <a:ext uri="{FF2B5EF4-FFF2-40B4-BE49-F238E27FC236}">
                  <a16:creationId xmlns:a16="http://schemas.microsoft.com/office/drawing/2014/main" id="{884CB3C8-7B64-F9F8-1EFA-A72D377728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44969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" name="Picture 78">
              <a:extLst>
                <a:ext uri="{FF2B5EF4-FFF2-40B4-BE49-F238E27FC236}">
                  <a16:creationId xmlns:a16="http://schemas.microsoft.com/office/drawing/2014/main" id="{08585449-2532-2365-D897-1B6AF93011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631694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6" name="مربع نص 55">
            <a:extLst>
              <a:ext uri="{FF2B5EF4-FFF2-40B4-BE49-F238E27FC236}">
                <a16:creationId xmlns:a16="http://schemas.microsoft.com/office/drawing/2014/main" id="{D23971D1-A0D2-8F29-9A3B-26C40EF48107}"/>
              </a:ext>
            </a:extLst>
          </p:cNvPr>
          <p:cNvSpPr txBox="1"/>
          <p:nvPr/>
        </p:nvSpPr>
        <p:spPr>
          <a:xfrm>
            <a:off x="2543176" y="6132282"/>
            <a:ext cx="1914525" cy="369332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 algn="ctr" rtl="1"/>
            <a:r>
              <a:rPr lang="ar-SA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2026</a:t>
            </a:r>
          </a:p>
        </p:txBody>
      </p:sp>
      <p:pic>
        <p:nvPicPr>
          <p:cNvPr id="4" name="صورة 3" descr="صورة تحتوي على الخط, شعار, الرسومات, نص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C3E99865-EF7C-4536-C706-FCC670B171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5985" y="0"/>
            <a:ext cx="2066925" cy="2066925"/>
          </a:xfrm>
          <a:prstGeom prst="rect">
            <a:avLst/>
          </a:prstGeom>
        </p:spPr>
      </p:pic>
      <p:sp>
        <p:nvSpPr>
          <p:cNvPr id="3" name="مربع نص 2">
            <a:extLst>
              <a:ext uri="{FF2B5EF4-FFF2-40B4-BE49-F238E27FC236}">
                <a16:creationId xmlns:a16="http://schemas.microsoft.com/office/drawing/2014/main" id="{9A7EB0F3-2FEF-136F-63B4-EC5A830F2146}"/>
              </a:ext>
            </a:extLst>
          </p:cNvPr>
          <p:cNvSpPr txBox="1"/>
          <p:nvPr/>
        </p:nvSpPr>
        <p:spPr>
          <a:xfrm>
            <a:off x="1576387" y="2817992"/>
            <a:ext cx="9039225" cy="7877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ar-SA" sz="4400" dirty="0">
                <a:solidFill>
                  <a:srgbClr val="00B0F0"/>
                </a:solidFill>
                <a:latin typeface="Aptos" panose="020B0004020202020204" pitchFamily="34" charset="0"/>
                <a:ea typeface="Aptos" panose="020B0004020202020204" pitchFamily="34" charset="0"/>
                <a:cs typeface="Almohanad long kaf" panose="02020603020101020101" pitchFamily="18" charset="0"/>
              </a:rPr>
              <a:t>العرض</a:t>
            </a:r>
            <a:r>
              <a:rPr lang="ar-SA" sz="2800" dirty="0">
                <a:solidFill>
                  <a:srgbClr val="404040"/>
                </a:solidFill>
                <a:latin typeface="Aptos" panose="020B0004020202020204" pitchFamily="34" charset="0"/>
                <a:ea typeface="Aptos" panose="020B0004020202020204" pitchFamily="34" charset="0"/>
                <a:cs typeface="Almohanad long kaf" panose="02020603020101020101" pitchFamily="18" charset="0"/>
              </a:rPr>
              <a:t> </a:t>
            </a:r>
            <a:r>
              <a:rPr lang="ar-SA" sz="4400" dirty="0">
                <a:solidFill>
                  <a:srgbClr val="00B0F0"/>
                </a:solidFill>
                <a:latin typeface="Aptos" panose="020B0004020202020204" pitchFamily="34" charset="0"/>
                <a:ea typeface="Aptos" panose="020B0004020202020204" pitchFamily="34" charset="0"/>
                <a:cs typeface="Almohanad long kaf" panose="02020603020101020101" pitchFamily="18" charset="0"/>
              </a:rPr>
              <a:t>الفني</a:t>
            </a:r>
            <a:endParaRPr lang="en-US" sz="2800" dirty="0">
              <a:solidFill>
                <a:srgbClr val="7030A0"/>
              </a:solidFill>
              <a:latin typeface="Aptos" panose="020B0004020202020204" pitchFamily="34" charset="0"/>
              <a:cs typeface="Almohanad long kaf" panose="02020603020101020101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668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398AB-BB5C-DCC4-8DAB-D7AE30B83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صورة 19" descr="صورة تحتوي على نص, رسم, التصميم, توضيح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C13D928B-A0BF-C7AE-070A-10F65DD3F9B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275" y="4622688"/>
            <a:ext cx="2235311" cy="2235311"/>
          </a:xfrm>
          <a:prstGeom prst="rect">
            <a:avLst/>
          </a:prstGeom>
        </p:spPr>
      </p:pic>
      <p:sp>
        <p:nvSpPr>
          <p:cNvPr id="3" name="مربع نص 2">
            <a:extLst>
              <a:ext uri="{FF2B5EF4-FFF2-40B4-BE49-F238E27FC236}">
                <a16:creationId xmlns:a16="http://schemas.microsoft.com/office/drawing/2014/main" id="{B9970FA2-253E-1646-6B53-B6114A9E4FB8}"/>
              </a:ext>
            </a:extLst>
          </p:cNvPr>
          <p:cNvSpPr txBox="1"/>
          <p:nvPr/>
        </p:nvSpPr>
        <p:spPr>
          <a:xfrm>
            <a:off x="690490" y="1138208"/>
            <a:ext cx="10956682" cy="4247317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 algn="r" rtl="1"/>
            <a:r>
              <a:rPr lang="ar-SA" dirty="0">
                <a:solidFill>
                  <a:srgbClr val="00B0F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من نحن</a:t>
            </a:r>
            <a:br>
              <a:rPr lang="ar-SA" dirty="0">
                <a:solidFill>
                  <a:srgbClr val="00B0F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</a:br>
            <a:br>
              <a:rPr lang="ar-SA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</a:br>
            <a:r>
              <a:rPr lang="en-US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بدأت </a:t>
            </a:r>
            <a:r>
              <a:rPr lang="en-US" dirty="0" err="1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رحلتنا</a:t>
            </a:r>
            <a:r>
              <a:rPr lang="en-US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 عام2020 </a:t>
            </a:r>
            <a:r>
              <a:rPr lang="en-US" dirty="0" err="1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من</a:t>
            </a:r>
            <a:r>
              <a:rPr lang="en-US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 </a:t>
            </a:r>
            <a:r>
              <a:rPr lang="en-US" dirty="0" err="1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خلال</a:t>
            </a:r>
            <a:r>
              <a:rPr lang="ar-SA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 </a:t>
            </a:r>
            <a:r>
              <a:rPr lang="ar-SA" dirty="0" err="1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بايكر</a:t>
            </a:r>
            <a:r>
              <a:rPr lang="en-US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 المتخصص في الغسيل المتنقل، ثم توسعنا بخطى ثابتة حتى أصبحنا اليوم منصة رقمية متكاملة تقدم كافة خدمات المركبات </a:t>
            </a:r>
            <a:r>
              <a:rPr lang="ar-SA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بتغطية واسعة تشمل جميع </a:t>
            </a:r>
            <a:r>
              <a:rPr lang="en-US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مناطق المملكة، مخصصة لخدمة الشركات والجهات الحكومية عبر نظام إلكتروني موثوق يضمن الجودة والسرعة والشفافية.</a:t>
            </a:r>
            <a:endParaRPr lang="ar-SA" dirty="0">
              <a:solidFill>
                <a:srgbClr val="7030A0"/>
              </a:solidFill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  <a:p>
            <a:pPr algn="r" rtl="1"/>
            <a:endParaRPr lang="ar-SA" dirty="0">
              <a:solidFill>
                <a:srgbClr val="0070C0"/>
              </a:solidFill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  <a:p>
            <a:pPr algn="r" rtl="1"/>
            <a:r>
              <a:rPr lang="ar-SA" dirty="0">
                <a:solidFill>
                  <a:srgbClr val="00B0F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رؤيتنا</a:t>
            </a:r>
            <a:r>
              <a:rPr lang="ar-SA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 </a:t>
            </a:r>
          </a:p>
          <a:p>
            <a:pPr algn="r" rtl="1"/>
            <a:r>
              <a:rPr lang="ar-SA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أن نكون المنصة الرائدة والأكثر ثقة في المملكة العربية السعودية في مجال الربط الذكي بين مزودي خدمات المركبات وطالبيها، بجودة عالية وسرعة في الأداء</a:t>
            </a:r>
            <a:r>
              <a:rPr lang="ar-SA" dirty="0">
                <a:solidFill>
                  <a:srgbClr val="00B0F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.</a:t>
            </a:r>
          </a:p>
          <a:p>
            <a:pPr algn="r" rtl="1"/>
            <a:endParaRPr lang="ar-SA" dirty="0">
              <a:solidFill>
                <a:srgbClr val="0070C0"/>
              </a:solidFill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  <a:p>
            <a:pPr algn="r" rtl="1"/>
            <a:r>
              <a:rPr lang="ar-SA" dirty="0">
                <a:solidFill>
                  <a:srgbClr val="00B0F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رسالتنا</a:t>
            </a:r>
          </a:p>
          <a:p>
            <a:pPr algn="r" rtl="1"/>
            <a:r>
              <a:rPr lang="ar-SA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تقديم تجربة فريدة ومتكاملة لخدمات المركبات عبر منصة إلكترونية ذكية، تضمن الجودة، السرعة، والراحة للعملاء.</a:t>
            </a:r>
          </a:p>
          <a:p>
            <a:pPr algn="r" rtl="1"/>
            <a:endParaRPr lang="ar-SA" dirty="0">
              <a:solidFill>
                <a:srgbClr val="0070C0"/>
              </a:solidFill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  <a:p>
            <a:pPr algn="r" rtl="1"/>
            <a:endParaRPr lang="ar-SA" dirty="0"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</p:txBody>
      </p: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74FBCF76-4706-8CC9-F6FE-B89E912C405E}"/>
              </a:ext>
            </a:extLst>
          </p:cNvPr>
          <p:cNvGrpSpPr/>
          <p:nvPr/>
        </p:nvGrpSpPr>
        <p:grpSpPr>
          <a:xfrm>
            <a:off x="0" y="114276"/>
            <a:ext cx="690490" cy="6572004"/>
            <a:chOff x="0" y="114276"/>
            <a:chExt cx="690490" cy="6572004"/>
          </a:xfrm>
        </p:grpSpPr>
        <p:pic>
          <p:nvPicPr>
            <p:cNvPr id="4" name="Picture 78">
              <a:extLst>
                <a:ext uri="{FF2B5EF4-FFF2-40B4-BE49-F238E27FC236}">
                  <a16:creationId xmlns:a16="http://schemas.microsoft.com/office/drawing/2014/main" id="{61B5926C-FC29-7E1C-F52D-B62B920AB4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14276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78">
              <a:extLst>
                <a:ext uri="{FF2B5EF4-FFF2-40B4-BE49-F238E27FC236}">
                  <a16:creationId xmlns:a16="http://schemas.microsoft.com/office/drawing/2014/main" id="{965BC404-A550-2C8A-A206-D375EC7B47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90737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78">
              <a:extLst>
                <a:ext uri="{FF2B5EF4-FFF2-40B4-BE49-F238E27FC236}">
                  <a16:creationId xmlns:a16="http://schemas.microsoft.com/office/drawing/2014/main" id="{BF8D2551-3595-98A9-5F61-DC25E54B6B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90704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78">
              <a:extLst>
                <a:ext uri="{FF2B5EF4-FFF2-40B4-BE49-F238E27FC236}">
                  <a16:creationId xmlns:a16="http://schemas.microsoft.com/office/drawing/2014/main" id="{B23FD23F-DA14-BE25-C04F-D02D6A5D01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35795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8">
              <a:extLst>
                <a:ext uri="{FF2B5EF4-FFF2-40B4-BE49-F238E27FC236}">
                  <a16:creationId xmlns:a16="http://schemas.microsoft.com/office/drawing/2014/main" id="{DC081A02-2CB3-8A08-C117-9E616139AE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75221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78">
              <a:extLst>
                <a:ext uri="{FF2B5EF4-FFF2-40B4-BE49-F238E27FC236}">
                  <a16:creationId xmlns:a16="http://schemas.microsoft.com/office/drawing/2014/main" id="{8836CBE4-3CCD-2DE3-BE1D-69AA2A7AA8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54531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78">
              <a:extLst>
                <a:ext uri="{FF2B5EF4-FFF2-40B4-BE49-F238E27FC236}">
                  <a16:creationId xmlns:a16="http://schemas.microsoft.com/office/drawing/2014/main" id="{EDF4AF95-1B70-F9D8-3DB3-0FDB4A6813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12864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78">
              <a:extLst>
                <a:ext uri="{FF2B5EF4-FFF2-40B4-BE49-F238E27FC236}">
                  <a16:creationId xmlns:a16="http://schemas.microsoft.com/office/drawing/2014/main" id="{19B350F3-2FB1-3F11-DB02-453CA59E2F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99589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78">
              <a:extLst>
                <a:ext uri="{FF2B5EF4-FFF2-40B4-BE49-F238E27FC236}">
                  <a16:creationId xmlns:a16="http://schemas.microsoft.com/office/drawing/2014/main" id="{D677F407-5FEC-9B58-7A04-F85EE7EB19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379010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78">
              <a:extLst>
                <a:ext uri="{FF2B5EF4-FFF2-40B4-BE49-F238E27FC236}">
                  <a16:creationId xmlns:a16="http://schemas.microsoft.com/office/drawing/2014/main" id="{7174E80C-21BF-F629-9BE4-74C8481A07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17210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78">
              <a:extLst>
                <a:ext uri="{FF2B5EF4-FFF2-40B4-BE49-F238E27FC236}">
                  <a16:creationId xmlns:a16="http://schemas.microsoft.com/office/drawing/2014/main" id="{ECB91330-CCFC-7801-548F-AEA2B9D552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75543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78">
              <a:extLst>
                <a:ext uri="{FF2B5EF4-FFF2-40B4-BE49-F238E27FC236}">
                  <a16:creationId xmlns:a16="http://schemas.microsoft.com/office/drawing/2014/main" id="{9B43C78D-4F4E-35EE-2FDC-A8A45CC6A6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62268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78">
              <a:extLst>
                <a:ext uri="{FF2B5EF4-FFF2-40B4-BE49-F238E27FC236}">
                  <a16:creationId xmlns:a16="http://schemas.microsoft.com/office/drawing/2014/main" id="{432BD479-D0BF-CD26-F2B3-50BE31ADD4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07326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78">
              <a:extLst>
                <a:ext uri="{FF2B5EF4-FFF2-40B4-BE49-F238E27FC236}">
                  <a16:creationId xmlns:a16="http://schemas.microsoft.com/office/drawing/2014/main" id="{A8BA24A7-7A99-6664-71AB-93BA7E8DD5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86636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78">
              <a:extLst>
                <a:ext uri="{FF2B5EF4-FFF2-40B4-BE49-F238E27FC236}">
                  <a16:creationId xmlns:a16="http://schemas.microsoft.com/office/drawing/2014/main" id="{F8492287-D02C-4EF2-2F7D-2B75A32C79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44969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78">
              <a:extLst>
                <a:ext uri="{FF2B5EF4-FFF2-40B4-BE49-F238E27FC236}">
                  <a16:creationId xmlns:a16="http://schemas.microsoft.com/office/drawing/2014/main" id="{61A57531-822A-3CBB-97C6-FB630DBAB0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631694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24077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07747-6997-E1DF-D620-A042A849E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>
            <a:extLst>
              <a:ext uri="{FF2B5EF4-FFF2-40B4-BE49-F238E27FC236}">
                <a16:creationId xmlns:a16="http://schemas.microsoft.com/office/drawing/2014/main" id="{37CF98E9-1289-4D35-F850-8AEAC503D7E4}"/>
              </a:ext>
            </a:extLst>
          </p:cNvPr>
          <p:cNvSpPr txBox="1"/>
          <p:nvPr/>
        </p:nvSpPr>
        <p:spPr>
          <a:xfrm>
            <a:off x="628650" y="1133724"/>
            <a:ext cx="11102345" cy="4031873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 algn="r" rtl="1">
              <a:lnSpc>
                <a:spcPct val="150000"/>
              </a:lnSpc>
            </a:pPr>
            <a:br>
              <a:rPr lang="ar-SA" sz="1600" dirty="0">
                <a:solidFill>
                  <a:srgbClr val="00B0F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</a:br>
            <a:r>
              <a:rPr lang="ar-SA" sz="1600" dirty="0">
                <a:solidFill>
                  <a:srgbClr val="00B0F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أهدافنا</a:t>
            </a:r>
          </a:p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• رقمنه خدمات المركبات لتوفير تجربة رقمية متكاملة.</a:t>
            </a:r>
          </a:p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• رفع جودة الخدمات من خلال تقييم المزودين وتأهيلهم.</a:t>
            </a:r>
          </a:p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• دعم إدارة وصيانة أساطيل الجهات الحكومية والشركات الخاصة.</a:t>
            </a:r>
          </a:p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• خفض التكاليف التشغيلية عبر منصة موحدة تغني عن التعامل مع جهات متعددة.</a:t>
            </a:r>
          </a:p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• تغطية جميع مناطق المملكة بخدمات ثابتة ومتنقلة.</a:t>
            </a:r>
          </a:p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• بناء شراكات استراتيجية مع الجهات الحكومية والموردين المحليين.</a:t>
            </a:r>
          </a:p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• تعزيز الشفافية والثقة من خلال الفوترة الإلكترونية وتتبع الطلبات وضمان حقوق الأطراف.</a:t>
            </a:r>
          </a:p>
          <a:p>
            <a:pPr algn="r" rtl="1">
              <a:lnSpc>
                <a:spcPct val="150000"/>
              </a:lnSpc>
            </a:pPr>
            <a:endParaRPr lang="ar-SA" sz="1600" dirty="0">
              <a:solidFill>
                <a:srgbClr val="0070C0"/>
              </a:solidFill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  <a:p>
            <a:pPr algn="r" rtl="1"/>
            <a:endParaRPr lang="ar-SA" sz="1600" dirty="0"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</p:txBody>
      </p:sp>
      <p:pic>
        <p:nvPicPr>
          <p:cNvPr id="4" name="صورة 3" descr="صورة تحتوي على الرسومات, شعار, تصميم الجرافيك, رمز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6A55262A-C0FF-7209-8415-D11789FE6F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304" y="3714723"/>
            <a:ext cx="3021496" cy="3021496"/>
          </a:xfrm>
          <a:prstGeom prst="rect">
            <a:avLst/>
          </a:prstGeom>
        </p:spPr>
      </p:pic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AA02C2DB-4F01-8A11-2CC4-21D46A8A9EDE}"/>
              </a:ext>
            </a:extLst>
          </p:cNvPr>
          <p:cNvGrpSpPr/>
          <p:nvPr/>
        </p:nvGrpSpPr>
        <p:grpSpPr>
          <a:xfrm>
            <a:off x="0" y="114276"/>
            <a:ext cx="690490" cy="6572004"/>
            <a:chOff x="0" y="114276"/>
            <a:chExt cx="690490" cy="6572004"/>
          </a:xfrm>
        </p:grpSpPr>
        <p:pic>
          <p:nvPicPr>
            <p:cNvPr id="5" name="Picture 78">
              <a:extLst>
                <a:ext uri="{FF2B5EF4-FFF2-40B4-BE49-F238E27FC236}">
                  <a16:creationId xmlns:a16="http://schemas.microsoft.com/office/drawing/2014/main" id="{9E440D1C-21FC-295C-955D-CEE7B5374F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14276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78">
              <a:extLst>
                <a:ext uri="{FF2B5EF4-FFF2-40B4-BE49-F238E27FC236}">
                  <a16:creationId xmlns:a16="http://schemas.microsoft.com/office/drawing/2014/main" id="{370482F5-EF5B-9751-AFF4-95337879A7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90737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78">
              <a:extLst>
                <a:ext uri="{FF2B5EF4-FFF2-40B4-BE49-F238E27FC236}">
                  <a16:creationId xmlns:a16="http://schemas.microsoft.com/office/drawing/2014/main" id="{DE2D6FB3-0530-A1E2-20AB-F7D6BF2E3C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90704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8">
              <a:extLst>
                <a:ext uri="{FF2B5EF4-FFF2-40B4-BE49-F238E27FC236}">
                  <a16:creationId xmlns:a16="http://schemas.microsoft.com/office/drawing/2014/main" id="{A2E41A54-12BA-7FFA-9081-F53B92EBD0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35795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78">
              <a:extLst>
                <a:ext uri="{FF2B5EF4-FFF2-40B4-BE49-F238E27FC236}">
                  <a16:creationId xmlns:a16="http://schemas.microsoft.com/office/drawing/2014/main" id="{6467D0CF-44B4-C771-40DC-6485C97AA9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75221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78">
              <a:extLst>
                <a:ext uri="{FF2B5EF4-FFF2-40B4-BE49-F238E27FC236}">
                  <a16:creationId xmlns:a16="http://schemas.microsoft.com/office/drawing/2014/main" id="{58BC38A6-2F88-3FD2-915B-E6B049B24D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54531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78">
              <a:extLst>
                <a:ext uri="{FF2B5EF4-FFF2-40B4-BE49-F238E27FC236}">
                  <a16:creationId xmlns:a16="http://schemas.microsoft.com/office/drawing/2014/main" id="{CF612303-0609-197F-A063-163B294FD7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12864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78">
              <a:extLst>
                <a:ext uri="{FF2B5EF4-FFF2-40B4-BE49-F238E27FC236}">
                  <a16:creationId xmlns:a16="http://schemas.microsoft.com/office/drawing/2014/main" id="{8225239E-1A0B-6A2C-04D4-49B7FB612E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99589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78">
              <a:extLst>
                <a:ext uri="{FF2B5EF4-FFF2-40B4-BE49-F238E27FC236}">
                  <a16:creationId xmlns:a16="http://schemas.microsoft.com/office/drawing/2014/main" id="{3790FDF6-090C-CC60-F6DF-9CEB1D5BAA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379010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78">
              <a:extLst>
                <a:ext uri="{FF2B5EF4-FFF2-40B4-BE49-F238E27FC236}">
                  <a16:creationId xmlns:a16="http://schemas.microsoft.com/office/drawing/2014/main" id="{D69C24B9-10B3-26CB-A484-CC547EDBF7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17210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78">
              <a:extLst>
                <a:ext uri="{FF2B5EF4-FFF2-40B4-BE49-F238E27FC236}">
                  <a16:creationId xmlns:a16="http://schemas.microsoft.com/office/drawing/2014/main" id="{C0CA9164-9ED5-9E2C-65D4-2EB465140A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75543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78">
              <a:extLst>
                <a:ext uri="{FF2B5EF4-FFF2-40B4-BE49-F238E27FC236}">
                  <a16:creationId xmlns:a16="http://schemas.microsoft.com/office/drawing/2014/main" id="{35700A04-E4F7-43E0-1F33-4AA6FC175D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62268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78">
              <a:extLst>
                <a:ext uri="{FF2B5EF4-FFF2-40B4-BE49-F238E27FC236}">
                  <a16:creationId xmlns:a16="http://schemas.microsoft.com/office/drawing/2014/main" id="{466E9594-0E14-F633-BAA1-AC4F0D58DA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07326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78">
              <a:extLst>
                <a:ext uri="{FF2B5EF4-FFF2-40B4-BE49-F238E27FC236}">
                  <a16:creationId xmlns:a16="http://schemas.microsoft.com/office/drawing/2014/main" id="{EE75CD39-2F66-BA6C-62F7-FDB08DCE47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86636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78">
              <a:extLst>
                <a:ext uri="{FF2B5EF4-FFF2-40B4-BE49-F238E27FC236}">
                  <a16:creationId xmlns:a16="http://schemas.microsoft.com/office/drawing/2014/main" id="{0A857711-F6D3-EDD9-F912-8CF7392C81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44969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78">
              <a:extLst>
                <a:ext uri="{FF2B5EF4-FFF2-40B4-BE49-F238E27FC236}">
                  <a16:creationId xmlns:a16="http://schemas.microsoft.com/office/drawing/2014/main" id="{C61A75F8-35C1-C697-96CC-4896E8399A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631694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824966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0C49E-9A16-ADCC-A9E2-2B0778C79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>
            <a:extLst>
              <a:ext uri="{FF2B5EF4-FFF2-40B4-BE49-F238E27FC236}">
                <a16:creationId xmlns:a16="http://schemas.microsoft.com/office/drawing/2014/main" id="{D7A8C729-CB63-05C8-0E70-3DC0F7B91E88}"/>
              </a:ext>
            </a:extLst>
          </p:cNvPr>
          <p:cNvSpPr txBox="1"/>
          <p:nvPr/>
        </p:nvSpPr>
        <p:spPr>
          <a:xfrm>
            <a:off x="647700" y="1110982"/>
            <a:ext cx="11102345" cy="4401205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00B0F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نطاق الخدمات</a:t>
            </a:r>
          </a:p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خدمات العناية والصيانة الشاملة للمركبات</a:t>
            </a:r>
          </a:p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• غسيل ثابت ومتنقل: تنظيف داخلي وخارجي.</a:t>
            </a:r>
          </a:p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• تلميع داخلي وخارجي: تحسين مظهر المركبة وإزالة الخدوش السطحية.</a:t>
            </a:r>
          </a:p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• تغيير الزيوت والفلاتر: استخدام زيوت معتمدة وفق مواصفات المصنع.</a:t>
            </a:r>
          </a:p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• الصيانة الدورية والوقائية: فحص شامل للمركبة لضمان جاهزيتها التشغيلية.</a:t>
            </a:r>
          </a:p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• الكهرباء والميكانيكا: إصلاح الأعطال الكهربائية والميكانيكية وفق معايير الجودة.</a:t>
            </a:r>
          </a:p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• السمكرة والدهان: أعمال الإصلاح التجميلي والحماية الخارجية للمركبة.</a:t>
            </a:r>
          </a:p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• تبديل الإطارات والبطاريات: خدمات متكاملة بمنتجات أصلية مضمونة الأداء</a:t>
            </a:r>
          </a:p>
          <a:p>
            <a:pPr algn="r" rtl="1">
              <a:lnSpc>
                <a:spcPct val="150000"/>
              </a:lnSpc>
            </a:pPr>
            <a:endParaRPr lang="ar-SA" sz="1600" dirty="0">
              <a:solidFill>
                <a:srgbClr val="7030A0"/>
              </a:solidFill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  <a:p>
            <a:pPr algn="r" rtl="1">
              <a:lnSpc>
                <a:spcPct val="150000"/>
              </a:lnSpc>
            </a:pPr>
            <a:endParaRPr lang="ar-SA" sz="1600" dirty="0">
              <a:solidFill>
                <a:srgbClr val="0070C0"/>
              </a:solidFill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  <a:p>
            <a:pPr algn="r" rtl="1"/>
            <a:endParaRPr lang="ar-SA" sz="1600" dirty="0"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</p:txBody>
      </p:sp>
      <p:pic>
        <p:nvPicPr>
          <p:cNvPr id="2" name="صورة 1" descr="صورة تحتوي على رمز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8DAE8649-1859-ADAA-E983-9AD30C860D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005" y="3429000"/>
            <a:ext cx="3081130" cy="3081130"/>
          </a:xfrm>
          <a:prstGeom prst="rect">
            <a:avLst/>
          </a:prstGeom>
        </p:spPr>
      </p:pic>
      <p:grpSp>
        <p:nvGrpSpPr>
          <p:cNvPr id="4" name="مجموعة 3">
            <a:extLst>
              <a:ext uri="{FF2B5EF4-FFF2-40B4-BE49-F238E27FC236}">
                <a16:creationId xmlns:a16="http://schemas.microsoft.com/office/drawing/2014/main" id="{D0A1CBFA-A88A-7B29-ACB0-C396962609AA}"/>
              </a:ext>
            </a:extLst>
          </p:cNvPr>
          <p:cNvGrpSpPr/>
          <p:nvPr/>
        </p:nvGrpSpPr>
        <p:grpSpPr>
          <a:xfrm>
            <a:off x="0" y="114276"/>
            <a:ext cx="690490" cy="6572004"/>
            <a:chOff x="0" y="114276"/>
            <a:chExt cx="690490" cy="6572004"/>
          </a:xfrm>
        </p:grpSpPr>
        <p:pic>
          <p:nvPicPr>
            <p:cNvPr id="5" name="Picture 78">
              <a:extLst>
                <a:ext uri="{FF2B5EF4-FFF2-40B4-BE49-F238E27FC236}">
                  <a16:creationId xmlns:a16="http://schemas.microsoft.com/office/drawing/2014/main" id="{CB18A130-E74E-9C43-BCE3-4E9D6AF8DE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14276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78">
              <a:extLst>
                <a:ext uri="{FF2B5EF4-FFF2-40B4-BE49-F238E27FC236}">
                  <a16:creationId xmlns:a16="http://schemas.microsoft.com/office/drawing/2014/main" id="{0CB81AD5-5570-85FB-1899-47885ED648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90737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78">
              <a:extLst>
                <a:ext uri="{FF2B5EF4-FFF2-40B4-BE49-F238E27FC236}">
                  <a16:creationId xmlns:a16="http://schemas.microsoft.com/office/drawing/2014/main" id="{8D4F859B-8B5F-D76B-88FB-91C317BE8C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90704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8">
              <a:extLst>
                <a:ext uri="{FF2B5EF4-FFF2-40B4-BE49-F238E27FC236}">
                  <a16:creationId xmlns:a16="http://schemas.microsoft.com/office/drawing/2014/main" id="{EDF10CF1-EFE8-5D20-0BB3-0FF2837ED5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35795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78">
              <a:extLst>
                <a:ext uri="{FF2B5EF4-FFF2-40B4-BE49-F238E27FC236}">
                  <a16:creationId xmlns:a16="http://schemas.microsoft.com/office/drawing/2014/main" id="{4BF43E8C-7AE1-809C-E95D-DD35917854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75221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78">
              <a:extLst>
                <a:ext uri="{FF2B5EF4-FFF2-40B4-BE49-F238E27FC236}">
                  <a16:creationId xmlns:a16="http://schemas.microsoft.com/office/drawing/2014/main" id="{0C6503DB-221C-F942-F43E-47074C5B55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54531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78">
              <a:extLst>
                <a:ext uri="{FF2B5EF4-FFF2-40B4-BE49-F238E27FC236}">
                  <a16:creationId xmlns:a16="http://schemas.microsoft.com/office/drawing/2014/main" id="{99A7AFFB-577E-5754-55D3-D022F12749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12864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78">
              <a:extLst>
                <a:ext uri="{FF2B5EF4-FFF2-40B4-BE49-F238E27FC236}">
                  <a16:creationId xmlns:a16="http://schemas.microsoft.com/office/drawing/2014/main" id="{66EBCA4B-50EE-73A1-4E1A-4337F89759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99589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78">
              <a:extLst>
                <a:ext uri="{FF2B5EF4-FFF2-40B4-BE49-F238E27FC236}">
                  <a16:creationId xmlns:a16="http://schemas.microsoft.com/office/drawing/2014/main" id="{6DB2FCB3-3DBB-2272-BC1E-6D81EC486C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379010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78">
              <a:extLst>
                <a:ext uri="{FF2B5EF4-FFF2-40B4-BE49-F238E27FC236}">
                  <a16:creationId xmlns:a16="http://schemas.microsoft.com/office/drawing/2014/main" id="{3AE6658B-A38A-04E9-3430-32437839C7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17210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78">
              <a:extLst>
                <a:ext uri="{FF2B5EF4-FFF2-40B4-BE49-F238E27FC236}">
                  <a16:creationId xmlns:a16="http://schemas.microsoft.com/office/drawing/2014/main" id="{2E28044B-3935-3659-1125-D5D75DC127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75543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78">
              <a:extLst>
                <a:ext uri="{FF2B5EF4-FFF2-40B4-BE49-F238E27FC236}">
                  <a16:creationId xmlns:a16="http://schemas.microsoft.com/office/drawing/2014/main" id="{3C1CBD31-F976-272D-F6FF-7F07182463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62268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78">
              <a:extLst>
                <a:ext uri="{FF2B5EF4-FFF2-40B4-BE49-F238E27FC236}">
                  <a16:creationId xmlns:a16="http://schemas.microsoft.com/office/drawing/2014/main" id="{A29E5E3B-2736-58B5-820E-05593801AD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07326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78">
              <a:extLst>
                <a:ext uri="{FF2B5EF4-FFF2-40B4-BE49-F238E27FC236}">
                  <a16:creationId xmlns:a16="http://schemas.microsoft.com/office/drawing/2014/main" id="{2D8382FE-FB39-C952-60A1-5657C38B62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86636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78">
              <a:extLst>
                <a:ext uri="{FF2B5EF4-FFF2-40B4-BE49-F238E27FC236}">
                  <a16:creationId xmlns:a16="http://schemas.microsoft.com/office/drawing/2014/main" id="{30926852-835D-9071-7919-6E08761C56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44969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78">
              <a:extLst>
                <a:ext uri="{FF2B5EF4-FFF2-40B4-BE49-F238E27FC236}">
                  <a16:creationId xmlns:a16="http://schemas.microsoft.com/office/drawing/2014/main" id="{F76A7B5E-B820-2308-3F71-73206FEBC7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631694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904938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CADFE-53F7-B6BE-36AB-A7E3FA0F7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>
            <a:extLst>
              <a:ext uri="{FF2B5EF4-FFF2-40B4-BE49-F238E27FC236}">
                <a16:creationId xmlns:a16="http://schemas.microsoft.com/office/drawing/2014/main" id="{7BC24EC4-B1BC-1F71-2E7D-87D588ABA801}"/>
              </a:ext>
            </a:extLst>
          </p:cNvPr>
          <p:cNvSpPr txBox="1"/>
          <p:nvPr/>
        </p:nvSpPr>
        <p:spPr>
          <a:xfrm>
            <a:off x="544827" y="1322080"/>
            <a:ext cx="11102345" cy="3293209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00B0F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نطاق الخدمات</a:t>
            </a:r>
          </a:p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خدمات إدارة وتشغيل الأساطيل</a:t>
            </a:r>
          </a:p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• نظام تتبع المركبات لحظيًا </a:t>
            </a:r>
            <a:r>
              <a:rPr lang="en-US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GPS</a:t>
            </a:r>
          </a:p>
          <a:p>
            <a:pPr algn="r" rtl="1">
              <a:lnSpc>
                <a:spcPct val="150000"/>
              </a:lnSpc>
            </a:pPr>
            <a:r>
              <a:rPr lang="en-US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• </a:t>
            </a: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ربط العدادات والقراءات اللحظية للمركبات.</a:t>
            </a:r>
          </a:p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• تنبيهات فورية للأعطال والصيانة الوقائية.</a:t>
            </a:r>
          </a:p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• لوحة تحكم رقمية لإدارة الطلبات ومتابعة الأداء.</a:t>
            </a:r>
          </a:p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• نظام فوترة إلكتروني متكامل مع الجهات الحكومية والخاصة.</a:t>
            </a:r>
          </a:p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• تقارير تشغيلية وتحليلية دورية تساعد في اتخاذ القرار.</a:t>
            </a:r>
          </a:p>
          <a:p>
            <a:pPr algn="r" rtl="1"/>
            <a:endParaRPr lang="ar-SA" sz="1600" dirty="0"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</p:txBody>
      </p:sp>
      <p:pic>
        <p:nvPicPr>
          <p:cNvPr id="2" name="صورة 1" descr="صورة تحتوي على رمز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F836B20E-0140-E772-B908-784CFA794C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005" y="3429000"/>
            <a:ext cx="3081130" cy="3081130"/>
          </a:xfrm>
          <a:prstGeom prst="rect">
            <a:avLst/>
          </a:prstGeom>
        </p:spPr>
      </p:pic>
      <p:grpSp>
        <p:nvGrpSpPr>
          <p:cNvPr id="4" name="مجموعة 3">
            <a:extLst>
              <a:ext uri="{FF2B5EF4-FFF2-40B4-BE49-F238E27FC236}">
                <a16:creationId xmlns:a16="http://schemas.microsoft.com/office/drawing/2014/main" id="{1461F8C8-BAFD-78FD-7D15-AE573F88DF34}"/>
              </a:ext>
            </a:extLst>
          </p:cNvPr>
          <p:cNvGrpSpPr/>
          <p:nvPr/>
        </p:nvGrpSpPr>
        <p:grpSpPr>
          <a:xfrm>
            <a:off x="0" y="114276"/>
            <a:ext cx="690490" cy="6572004"/>
            <a:chOff x="0" y="114276"/>
            <a:chExt cx="690490" cy="6572004"/>
          </a:xfrm>
        </p:grpSpPr>
        <p:pic>
          <p:nvPicPr>
            <p:cNvPr id="5" name="Picture 78">
              <a:extLst>
                <a:ext uri="{FF2B5EF4-FFF2-40B4-BE49-F238E27FC236}">
                  <a16:creationId xmlns:a16="http://schemas.microsoft.com/office/drawing/2014/main" id="{68961C66-9443-5B9A-91DB-ED7992B2EB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14276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78">
              <a:extLst>
                <a:ext uri="{FF2B5EF4-FFF2-40B4-BE49-F238E27FC236}">
                  <a16:creationId xmlns:a16="http://schemas.microsoft.com/office/drawing/2014/main" id="{E26A2E7B-6526-3C22-7AB6-BBBE228060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90737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78">
              <a:extLst>
                <a:ext uri="{FF2B5EF4-FFF2-40B4-BE49-F238E27FC236}">
                  <a16:creationId xmlns:a16="http://schemas.microsoft.com/office/drawing/2014/main" id="{DA952B18-7DB3-9A10-2080-5DEF8F6111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90704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8">
              <a:extLst>
                <a:ext uri="{FF2B5EF4-FFF2-40B4-BE49-F238E27FC236}">
                  <a16:creationId xmlns:a16="http://schemas.microsoft.com/office/drawing/2014/main" id="{C006D930-8D9D-24A0-1A10-C625D66A59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35795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78">
              <a:extLst>
                <a:ext uri="{FF2B5EF4-FFF2-40B4-BE49-F238E27FC236}">
                  <a16:creationId xmlns:a16="http://schemas.microsoft.com/office/drawing/2014/main" id="{62A830A0-3A1E-7168-A2D8-80726DD6F4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75221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78">
              <a:extLst>
                <a:ext uri="{FF2B5EF4-FFF2-40B4-BE49-F238E27FC236}">
                  <a16:creationId xmlns:a16="http://schemas.microsoft.com/office/drawing/2014/main" id="{FAA1131C-3019-8BBE-B1F7-9B95981C9D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54531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78">
              <a:extLst>
                <a:ext uri="{FF2B5EF4-FFF2-40B4-BE49-F238E27FC236}">
                  <a16:creationId xmlns:a16="http://schemas.microsoft.com/office/drawing/2014/main" id="{B98EBC93-80A3-EF0C-0CEF-101E5C4427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12864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78">
              <a:extLst>
                <a:ext uri="{FF2B5EF4-FFF2-40B4-BE49-F238E27FC236}">
                  <a16:creationId xmlns:a16="http://schemas.microsoft.com/office/drawing/2014/main" id="{ACD0910A-7606-01F5-5976-0253549E2C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99589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78">
              <a:extLst>
                <a:ext uri="{FF2B5EF4-FFF2-40B4-BE49-F238E27FC236}">
                  <a16:creationId xmlns:a16="http://schemas.microsoft.com/office/drawing/2014/main" id="{F0799548-147A-CAEE-6CCC-ED2419C4FA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379010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78">
              <a:extLst>
                <a:ext uri="{FF2B5EF4-FFF2-40B4-BE49-F238E27FC236}">
                  <a16:creationId xmlns:a16="http://schemas.microsoft.com/office/drawing/2014/main" id="{A777F5B2-06BD-E11C-BCD2-0FEE1D1294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17210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78">
              <a:extLst>
                <a:ext uri="{FF2B5EF4-FFF2-40B4-BE49-F238E27FC236}">
                  <a16:creationId xmlns:a16="http://schemas.microsoft.com/office/drawing/2014/main" id="{0AE74C6A-EA13-FCBB-525D-3F86C9E078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75543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78">
              <a:extLst>
                <a:ext uri="{FF2B5EF4-FFF2-40B4-BE49-F238E27FC236}">
                  <a16:creationId xmlns:a16="http://schemas.microsoft.com/office/drawing/2014/main" id="{403974D9-2F2E-9A24-4981-78E86C9CD0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62268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78">
              <a:extLst>
                <a:ext uri="{FF2B5EF4-FFF2-40B4-BE49-F238E27FC236}">
                  <a16:creationId xmlns:a16="http://schemas.microsoft.com/office/drawing/2014/main" id="{7AF9D2D7-0D95-6A93-16A7-1D713D4816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07326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78">
              <a:extLst>
                <a:ext uri="{FF2B5EF4-FFF2-40B4-BE49-F238E27FC236}">
                  <a16:creationId xmlns:a16="http://schemas.microsoft.com/office/drawing/2014/main" id="{AF947CA9-A054-8E19-664A-F64265010B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86636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78">
              <a:extLst>
                <a:ext uri="{FF2B5EF4-FFF2-40B4-BE49-F238E27FC236}">
                  <a16:creationId xmlns:a16="http://schemas.microsoft.com/office/drawing/2014/main" id="{D3791917-2CCF-1D32-580A-3CEB8BC11A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44969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78">
              <a:extLst>
                <a:ext uri="{FF2B5EF4-FFF2-40B4-BE49-F238E27FC236}">
                  <a16:creationId xmlns:a16="http://schemas.microsoft.com/office/drawing/2014/main" id="{9C859B66-C5FB-B9B1-3FBD-7D56143D49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631694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963999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70DCD-4705-D7FD-A84F-E31A7485C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>
            <a:extLst>
              <a:ext uri="{FF2B5EF4-FFF2-40B4-BE49-F238E27FC236}">
                <a16:creationId xmlns:a16="http://schemas.microsoft.com/office/drawing/2014/main" id="{C8792EC0-CF04-C71E-FD13-9596B5D4C89A}"/>
              </a:ext>
            </a:extLst>
          </p:cNvPr>
          <p:cNvSpPr txBox="1"/>
          <p:nvPr/>
        </p:nvSpPr>
        <p:spPr>
          <a:xfrm>
            <a:off x="628650" y="1732405"/>
            <a:ext cx="11102345" cy="3293209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00B0F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نطاق الخدمات</a:t>
            </a:r>
          </a:p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الخدمات اللوجستية والدعم الميداني</a:t>
            </a:r>
          </a:p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• المساعدة على الطريق: دعم فني عاجل للحالات الطارئة (بطارية، وقود، بنشر، سحب).</a:t>
            </a:r>
          </a:p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• نقل المركبات داخل المدن وبين المناطق: نقل آمن وسريع عبر ناقلات مجهزة.</a:t>
            </a:r>
          </a:p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• الخدمات المتنقلة للمواقع النائية: فرق تشغيل ميدانية مجهزة لخدمة الأساطيل في الميدان.</a:t>
            </a:r>
          </a:p>
          <a:p>
            <a:pPr algn="r" rtl="1">
              <a:lnSpc>
                <a:spcPct val="150000"/>
              </a:lnSpc>
            </a:pPr>
            <a:endParaRPr lang="ar-SA" sz="1600" dirty="0">
              <a:solidFill>
                <a:srgbClr val="7030A0"/>
              </a:solidFill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  <a:p>
            <a:pPr algn="r" rtl="1">
              <a:lnSpc>
                <a:spcPct val="150000"/>
              </a:lnSpc>
            </a:pPr>
            <a:endParaRPr lang="ar-SA" sz="1600" dirty="0">
              <a:solidFill>
                <a:srgbClr val="7030A0"/>
              </a:solidFill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.</a:t>
            </a:r>
          </a:p>
          <a:p>
            <a:pPr algn="r" rtl="1"/>
            <a:endParaRPr lang="ar-SA" sz="1600" dirty="0"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</p:txBody>
      </p:sp>
      <p:pic>
        <p:nvPicPr>
          <p:cNvPr id="2" name="صورة 1" descr="صورة تحتوي على رمز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85B1B9D0-985B-4CBC-8DDE-58851E6F60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005" y="3429000"/>
            <a:ext cx="3081130" cy="3081130"/>
          </a:xfrm>
          <a:prstGeom prst="rect">
            <a:avLst/>
          </a:prstGeom>
        </p:spPr>
      </p:pic>
      <p:grpSp>
        <p:nvGrpSpPr>
          <p:cNvPr id="4" name="مجموعة 3">
            <a:extLst>
              <a:ext uri="{FF2B5EF4-FFF2-40B4-BE49-F238E27FC236}">
                <a16:creationId xmlns:a16="http://schemas.microsoft.com/office/drawing/2014/main" id="{24881B8F-4898-EF4C-C2D3-E04BD3F5CF01}"/>
              </a:ext>
            </a:extLst>
          </p:cNvPr>
          <p:cNvGrpSpPr/>
          <p:nvPr/>
        </p:nvGrpSpPr>
        <p:grpSpPr>
          <a:xfrm>
            <a:off x="0" y="114276"/>
            <a:ext cx="690490" cy="6572004"/>
            <a:chOff x="0" y="114276"/>
            <a:chExt cx="690490" cy="6572004"/>
          </a:xfrm>
        </p:grpSpPr>
        <p:pic>
          <p:nvPicPr>
            <p:cNvPr id="5" name="Picture 78">
              <a:extLst>
                <a:ext uri="{FF2B5EF4-FFF2-40B4-BE49-F238E27FC236}">
                  <a16:creationId xmlns:a16="http://schemas.microsoft.com/office/drawing/2014/main" id="{0B4545CE-A5C1-9097-5EF2-06B5E4C55A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14276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78">
              <a:extLst>
                <a:ext uri="{FF2B5EF4-FFF2-40B4-BE49-F238E27FC236}">
                  <a16:creationId xmlns:a16="http://schemas.microsoft.com/office/drawing/2014/main" id="{22331CE1-CE1A-4FE0-6769-2ED91C6018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90737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78">
              <a:extLst>
                <a:ext uri="{FF2B5EF4-FFF2-40B4-BE49-F238E27FC236}">
                  <a16:creationId xmlns:a16="http://schemas.microsoft.com/office/drawing/2014/main" id="{5DFB5461-A023-D1B8-57AB-0DA1770CCD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90704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8">
              <a:extLst>
                <a:ext uri="{FF2B5EF4-FFF2-40B4-BE49-F238E27FC236}">
                  <a16:creationId xmlns:a16="http://schemas.microsoft.com/office/drawing/2014/main" id="{FD219536-D551-959A-E9A3-EFD98C3B47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35795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78">
              <a:extLst>
                <a:ext uri="{FF2B5EF4-FFF2-40B4-BE49-F238E27FC236}">
                  <a16:creationId xmlns:a16="http://schemas.microsoft.com/office/drawing/2014/main" id="{7179BD5D-45E4-1122-3139-ADF98A0CBC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75221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78">
              <a:extLst>
                <a:ext uri="{FF2B5EF4-FFF2-40B4-BE49-F238E27FC236}">
                  <a16:creationId xmlns:a16="http://schemas.microsoft.com/office/drawing/2014/main" id="{4543A69B-040D-91B1-A881-B985B4DB4F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54531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78">
              <a:extLst>
                <a:ext uri="{FF2B5EF4-FFF2-40B4-BE49-F238E27FC236}">
                  <a16:creationId xmlns:a16="http://schemas.microsoft.com/office/drawing/2014/main" id="{24C871E1-7850-1CEF-C354-3A81EFFEB0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12864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78">
              <a:extLst>
                <a:ext uri="{FF2B5EF4-FFF2-40B4-BE49-F238E27FC236}">
                  <a16:creationId xmlns:a16="http://schemas.microsoft.com/office/drawing/2014/main" id="{A8688E4E-AB6F-753B-B0C8-38863DAF47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99589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78">
              <a:extLst>
                <a:ext uri="{FF2B5EF4-FFF2-40B4-BE49-F238E27FC236}">
                  <a16:creationId xmlns:a16="http://schemas.microsoft.com/office/drawing/2014/main" id="{D7AD5DEB-E361-466C-B526-5F5681F240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379010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78">
              <a:extLst>
                <a:ext uri="{FF2B5EF4-FFF2-40B4-BE49-F238E27FC236}">
                  <a16:creationId xmlns:a16="http://schemas.microsoft.com/office/drawing/2014/main" id="{0B544A51-36B0-67AA-DFDE-13A6DA999F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17210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78">
              <a:extLst>
                <a:ext uri="{FF2B5EF4-FFF2-40B4-BE49-F238E27FC236}">
                  <a16:creationId xmlns:a16="http://schemas.microsoft.com/office/drawing/2014/main" id="{8068F76C-FA56-04D3-2D55-26D8D62F18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75543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78">
              <a:extLst>
                <a:ext uri="{FF2B5EF4-FFF2-40B4-BE49-F238E27FC236}">
                  <a16:creationId xmlns:a16="http://schemas.microsoft.com/office/drawing/2014/main" id="{BC5A3EED-A7D2-5BAB-5E14-765E985174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62268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78">
              <a:extLst>
                <a:ext uri="{FF2B5EF4-FFF2-40B4-BE49-F238E27FC236}">
                  <a16:creationId xmlns:a16="http://schemas.microsoft.com/office/drawing/2014/main" id="{20A89310-D9B9-FF08-35C1-AA9A369467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07326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78">
              <a:extLst>
                <a:ext uri="{FF2B5EF4-FFF2-40B4-BE49-F238E27FC236}">
                  <a16:creationId xmlns:a16="http://schemas.microsoft.com/office/drawing/2014/main" id="{6064F309-D94C-88A0-DA9B-C27A0BF4FC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86636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78">
              <a:extLst>
                <a:ext uri="{FF2B5EF4-FFF2-40B4-BE49-F238E27FC236}">
                  <a16:creationId xmlns:a16="http://schemas.microsoft.com/office/drawing/2014/main" id="{929716E7-0266-612B-B94B-3D9CB86A4B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44969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78">
              <a:extLst>
                <a:ext uri="{FF2B5EF4-FFF2-40B4-BE49-F238E27FC236}">
                  <a16:creationId xmlns:a16="http://schemas.microsoft.com/office/drawing/2014/main" id="{54CCD540-32B2-50B3-BB95-6227A6E757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631694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6427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2A0C2-BDFD-685F-483C-E4FA963A7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>
            <a:extLst>
              <a:ext uri="{FF2B5EF4-FFF2-40B4-BE49-F238E27FC236}">
                <a16:creationId xmlns:a16="http://schemas.microsoft.com/office/drawing/2014/main" id="{AE78A919-813A-5863-5B6A-FBBA5EAAC719}"/>
              </a:ext>
            </a:extLst>
          </p:cNvPr>
          <p:cNvSpPr txBox="1"/>
          <p:nvPr/>
        </p:nvSpPr>
        <p:spPr>
          <a:xfrm>
            <a:off x="628650" y="1318389"/>
            <a:ext cx="11102345" cy="3662541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00B0F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نطاق الخدمات</a:t>
            </a:r>
          </a:p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خدمات التأمين والتقدير والفحص</a:t>
            </a:r>
          </a:p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• التأمين الشامل للمركبات عبر الربط مع شركات التأمين المعتمدة.</a:t>
            </a:r>
          </a:p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• تقدير الأضرار وفق معايير نظام تقدير المعتمد.</a:t>
            </a:r>
          </a:p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• الفحص الدوري والفني لضمان الالتزام بمتطلبات السلامة والجودة.</a:t>
            </a:r>
          </a:p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خدمات قطع الغيار والمزادات</a:t>
            </a:r>
          </a:p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• توفير قطع الغيار الأصلية والمعتمدة بجميع أنواعها.</a:t>
            </a:r>
          </a:p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• إدارة المزادات الدورية للمركبات عبر منصة إلكترونية منظمة.</a:t>
            </a:r>
          </a:p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• دعم إدارة المستودعات وتوريد القطع بآلية موثوقة وشفافة</a:t>
            </a:r>
          </a:p>
          <a:p>
            <a:pPr algn="r" rtl="1"/>
            <a:endParaRPr lang="ar-SA" sz="1600" dirty="0"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</p:txBody>
      </p:sp>
      <p:pic>
        <p:nvPicPr>
          <p:cNvPr id="6" name="صورة 5" descr="صورة تحتوي على رمز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8BF97A91-B0DE-BC25-4E0D-8BB7B5CCC8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005" y="3429000"/>
            <a:ext cx="3081130" cy="3081130"/>
          </a:xfrm>
          <a:prstGeom prst="rect">
            <a:avLst/>
          </a:prstGeom>
        </p:spPr>
      </p:pic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46E5BE06-D669-3126-F952-DBB2D48E0F8D}"/>
              </a:ext>
            </a:extLst>
          </p:cNvPr>
          <p:cNvGrpSpPr/>
          <p:nvPr/>
        </p:nvGrpSpPr>
        <p:grpSpPr>
          <a:xfrm>
            <a:off x="0" y="114276"/>
            <a:ext cx="690490" cy="6572004"/>
            <a:chOff x="0" y="114276"/>
            <a:chExt cx="690490" cy="6572004"/>
          </a:xfrm>
        </p:grpSpPr>
        <p:pic>
          <p:nvPicPr>
            <p:cNvPr id="4" name="Picture 78">
              <a:extLst>
                <a:ext uri="{FF2B5EF4-FFF2-40B4-BE49-F238E27FC236}">
                  <a16:creationId xmlns:a16="http://schemas.microsoft.com/office/drawing/2014/main" id="{2B46527C-7864-1A59-1980-E839A0291F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14276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78">
              <a:extLst>
                <a:ext uri="{FF2B5EF4-FFF2-40B4-BE49-F238E27FC236}">
                  <a16:creationId xmlns:a16="http://schemas.microsoft.com/office/drawing/2014/main" id="{09171718-67FD-D1CB-E63B-407E217C00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90737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78">
              <a:extLst>
                <a:ext uri="{FF2B5EF4-FFF2-40B4-BE49-F238E27FC236}">
                  <a16:creationId xmlns:a16="http://schemas.microsoft.com/office/drawing/2014/main" id="{D3A82279-E5C3-6331-C00B-548521B192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90704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8">
              <a:extLst>
                <a:ext uri="{FF2B5EF4-FFF2-40B4-BE49-F238E27FC236}">
                  <a16:creationId xmlns:a16="http://schemas.microsoft.com/office/drawing/2014/main" id="{A023B4D8-9C09-5EB6-2968-A588473063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35795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78">
              <a:extLst>
                <a:ext uri="{FF2B5EF4-FFF2-40B4-BE49-F238E27FC236}">
                  <a16:creationId xmlns:a16="http://schemas.microsoft.com/office/drawing/2014/main" id="{1F5521F0-E56C-2D93-AB23-CB1491986C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75221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78">
              <a:extLst>
                <a:ext uri="{FF2B5EF4-FFF2-40B4-BE49-F238E27FC236}">
                  <a16:creationId xmlns:a16="http://schemas.microsoft.com/office/drawing/2014/main" id="{76DE0689-09E1-246E-1235-53F8B15D93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54531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78">
              <a:extLst>
                <a:ext uri="{FF2B5EF4-FFF2-40B4-BE49-F238E27FC236}">
                  <a16:creationId xmlns:a16="http://schemas.microsoft.com/office/drawing/2014/main" id="{B49D7965-EE4C-A8A1-6812-79461FCC57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12864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78">
              <a:extLst>
                <a:ext uri="{FF2B5EF4-FFF2-40B4-BE49-F238E27FC236}">
                  <a16:creationId xmlns:a16="http://schemas.microsoft.com/office/drawing/2014/main" id="{F61EAC11-97C1-958A-603B-3F852254E1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99589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78">
              <a:extLst>
                <a:ext uri="{FF2B5EF4-FFF2-40B4-BE49-F238E27FC236}">
                  <a16:creationId xmlns:a16="http://schemas.microsoft.com/office/drawing/2014/main" id="{2AD7C93B-7F6B-3B70-5458-FFD80F5062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379010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78">
              <a:extLst>
                <a:ext uri="{FF2B5EF4-FFF2-40B4-BE49-F238E27FC236}">
                  <a16:creationId xmlns:a16="http://schemas.microsoft.com/office/drawing/2014/main" id="{768B316F-9F3F-939F-F634-954B7FAE7A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17210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78">
              <a:extLst>
                <a:ext uri="{FF2B5EF4-FFF2-40B4-BE49-F238E27FC236}">
                  <a16:creationId xmlns:a16="http://schemas.microsoft.com/office/drawing/2014/main" id="{E5877CAE-2957-11D4-16F3-8D066FB491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75543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78">
              <a:extLst>
                <a:ext uri="{FF2B5EF4-FFF2-40B4-BE49-F238E27FC236}">
                  <a16:creationId xmlns:a16="http://schemas.microsoft.com/office/drawing/2014/main" id="{7E36E798-D640-55A9-034F-9D28BB2689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62268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78">
              <a:extLst>
                <a:ext uri="{FF2B5EF4-FFF2-40B4-BE49-F238E27FC236}">
                  <a16:creationId xmlns:a16="http://schemas.microsoft.com/office/drawing/2014/main" id="{CECA9103-DDF2-9B6C-B55C-C0AA59837A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07326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78">
              <a:extLst>
                <a:ext uri="{FF2B5EF4-FFF2-40B4-BE49-F238E27FC236}">
                  <a16:creationId xmlns:a16="http://schemas.microsoft.com/office/drawing/2014/main" id="{94BE07EE-1F4B-DD24-7459-AE9F364288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86636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78">
              <a:extLst>
                <a:ext uri="{FF2B5EF4-FFF2-40B4-BE49-F238E27FC236}">
                  <a16:creationId xmlns:a16="http://schemas.microsoft.com/office/drawing/2014/main" id="{4817ED11-5AFC-4E10-99BF-F60C88EFE7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44969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78">
              <a:extLst>
                <a:ext uri="{FF2B5EF4-FFF2-40B4-BE49-F238E27FC236}">
                  <a16:creationId xmlns:a16="http://schemas.microsoft.com/office/drawing/2014/main" id="{190B4B37-2DBE-7BC7-228A-8BA2722C7D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631694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866804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0A4B8-CD44-8F00-27DC-96B159D76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>
            <a:extLst>
              <a:ext uri="{FF2B5EF4-FFF2-40B4-BE49-F238E27FC236}">
                <a16:creationId xmlns:a16="http://schemas.microsoft.com/office/drawing/2014/main" id="{BF0060CB-A615-009F-7817-EE700447079B}"/>
              </a:ext>
            </a:extLst>
          </p:cNvPr>
          <p:cNvSpPr txBox="1"/>
          <p:nvPr/>
        </p:nvSpPr>
        <p:spPr>
          <a:xfrm>
            <a:off x="628650" y="1872386"/>
            <a:ext cx="11102345" cy="2554545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00B0F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المواصفات التشغيلية العامة</a:t>
            </a:r>
          </a:p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•</a:t>
            </a:r>
            <a:r>
              <a:rPr lang="ar-SA" sz="1600" dirty="0">
                <a:solidFill>
                  <a:srgbClr val="00B0F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 </a:t>
            </a: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جميع الخدمات تُنفّذ عبر مزودين معتمدين.</a:t>
            </a:r>
          </a:p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• متابعة أداء المزودين من خلال فريق جودة داخلي متخصص.</a:t>
            </a:r>
          </a:p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• توثيق جميع العمليات رقميًا داخل النظام.</a:t>
            </a:r>
          </a:p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• تقديم تقارير أداء شهرية للجهات المستفيدة.</a:t>
            </a:r>
          </a:p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• الالتزام بمعايير البيئة والسلامة المهنية المعتمدة في المملكة.</a:t>
            </a:r>
          </a:p>
          <a:p>
            <a:pPr algn="r" rtl="1"/>
            <a:endParaRPr lang="ar-SA" sz="1600" dirty="0"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</p:txBody>
      </p:sp>
      <p:pic>
        <p:nvPicPr>
          <p:cNvPr id="2" name="صورة 1" descr="صورة تحتوي على الحاسوب, حاسوب محمول, دائرة, لقطة شاشة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7315118C-8496-A5BE-91A7-FFDB4324255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0490" y="3300798"/>
            <a:ext cx="2961860" cy="3275032"/>
          </a:xfrm>
          <a:prstGeom prst="rect">
            <a:avLst/>
          </a:prstGeom>
        </p:spPr>
      </p:pic>
      <p:grpSp>
        <p:nvGrpSpPr>
          <p:cNvPr id="4" name="مجموعة 3">
            <a:extLst>
              <a:ext uri="{FF2B5EF4-FFF2-40B4-BE49-F238E27FC236}">
                <a16:creationId xmlns:a16="http://schemas.microsoft.com/office/drawing/2014/main" id="{C9927414-E2F5-B224-DC12-C501F990C767}"/>
              </a:ext>
            </a:extLst>
          </p:cNvPr>
          <p:cNvGrpSpPr/>
          <p:nvPr/>
        </p:nvGrpSpPr>
        <p:grpSpPr>
          <a:xfrm>
            <a:off x="0" y="114276"/>
            <a:ext cx="690490" cy="6572004"/>
            <a:chOff x="0" y="114276"/>
            <a:chExt cx="690490" cy="6572004"/>
          </a:xfrm>
        </p:grpSpPr>
        <p:pic>
          <p:nvPicPr>
            <p:cNvPr id="5" name="Picture 78">
              <a:extLst>
                <a:ext uri="{FF2B5EF4-FFF2-40B4-BE49-F238E27FC236}">
                  <a16:creationId xmlns:a16="http://schemas.microsoft.com/office/drawing/2014/main" id="{D21EEFC2-E250-8EBF-5200-7757665199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14276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78">
              <a:extLst>
                <a:ext uri="{FF2B5EF4-FFF2-40B4-BE49-F238E27FC236}">
                  <a16:creationId xmlns:a16="http://schemas.microsoft.com/office/drawing/2014/main" id="{7AFADFFB-488D-F451-E8A6-4AD944B13F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90737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78">
              <a:extLst>
                <a:ext uri="{FF2B5EF4-FFF2-40B4-BE49-F238E27FC236}">
                  <a16:creationId xmlns:a16="http://schemas.microsoft.com/office/drawing/2014/main" id="{0741F7F3-B9F7-8684-1C98-EEF0D03EA6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90704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8">
              <a:extLst>
                <a:ext uri="{FF2B5EF4-FFF2-40B4-BE49-F238E27FC236}">
                  <a16:creationId xmlns:a16="http://schemas.microsoft.com/office/drawing/2014/main" id="{17B59CE0-D9F5-5EE2-F943-8318272D6E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35795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78">
              <a:extLst>
                <a:ext uri="{FF2B5EF4-FFF2-40B4-BE49-F238E27FC236}">
                  <a16:creationId xmlns:a16="http://schemas.microsoft.com/office/drawing/2014/main" id="{58C2E142-D1A9-89F1-17FC-134AB25397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75221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78">
              <a:extLst>
                <a:ext uri="{FF2B5EF4-FFF2-40B4-BE49-F238E27FC236}">
                  <a16:creationId xmlns:a16="http://schemas.microsoft.com/office/drawing/2014/main" id="{0A7CE4A0-B1C9-4ECF-5572-3D6E31B1DF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54531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78">
              <a:extLst>
                <a:ext uri="{FF2B5EF4-FFF2-40B4-BE49-F238E27FC236}">
                  <a16:creationId xmlns:a16="http://schemas.microsoft.com/office/drawing/2014/main" id="{82F1059D-2ED1-BF51-E462-00A4A54828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12864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78">
              <a:extLst>
                <a:ext uri="{FF2B5EF4-FFF2-40B4-BE49-F238E27FC236}">
                  <a16:creationId xmlns:a16="http://schemas.microsoft.com/office/drawing/2014/main" id="{AFF2BBD8-C8DF-DE97-9AFA-43AD6094F7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99589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78">
              <a:extLst>
                <a:ext uri="{FF2B5EF4-FFF2-40B4-BE49-F238E27FC236}">
                  <a16:creationId xmlns:a16="http://schemas.microsoft.com/office/drawing/2014/main" id="{7D405B7D-7C44-4948-A6EA-794455E371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379010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78">
              <a:extLst>
                <a:ext uri="{FF2B5EF4-FFF2-40B4-BE49-F238E27FC236}">
                  <a16:creationId xmlns:a16="http://schemas.microsoft.com/office/drawing/2014/main" id="{B6CE0DB0-8323-0572-8ACC-CE87AC585D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17210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78">
              <a:extLst>
                <a:ext uri="{FF2B5EF4-FFF2-40B4-BE49-F238E27FC236}">
                  <a16:creationId xmlns:a16="http://schemas.microsoft.com/office/drawing/2014/main" id="{BE4B1C80-7927-19B2-1042-F46DCD4039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75543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78">
              <a:extLst>
                <a:ext uri="{FF2B5EF4-FFF2-40B4-BE49-F238E27FC236}">
                  <a16:creationId xmlns:a16="http://schemas.microsoft.com/office/drawing/2014/main" id="{84434836-3EB2-7A93-D83D-F392A2DF5E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62268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78">
              <a:extLst>
                <a:ext uri="{FF2B5EF4-FFF2-40B4-BE49-F238E27FC236}">
                  <a16:creationId xmlns:a16="http://schemas.microsoft.com/office/drawing/2014/main" id="{26B282C6-EDCB-9222-B3F5-73930B1F0D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07326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78">
              <a:extLst>
                <a:ext uri="{FF2B5EF4-FFF2-40B4-BE49-F238E27FC236}">
                  <a16:creationId xmlns:a16="http://schemas.microsoft.com/office/drawing/2014/main" id="{712E25A0-D9BC-7CE6-5F2F-9D8FE4D0B9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86636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78">
              <a:extLst>
                <a:ext uri="{FF2B5EF4-FFF2-40B4-BE49-F238E27FC236}">
                  <a16:creationId xmlns:a16="http://schemas.microsoft.com/office/drawing/2014/main" id="{2FA5994C-C67D-6781-752A-A4D2611AEE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44969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78">
              <a:extLst>
                <a:ext uri="{FF2B5EF4-FFF2-40B4-BE49-F238E27FC236}">
                  <a16:creationId xmlns:a16="http://schemas.microsoft.com/office/drawing/2014/main" id="{51E74E2A-7DA4-D66D-9974-487323C595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631694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929264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62842-4D17-0D50-1D2D-09CE9EBD7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>
            <a:extLst>
              <a:ext uri="{FF2B5EF4-FFF2-40B4-BE49-F238E27FC236}">
                <a16:creationId xmlns:a16="http://schemas.microsoft.com/office/drawing/2014/main" id="{1877E68C-6CDA-76E9-5FFF-6171C4FD778F}"/>
              </a:ext>
            </a:extLst>
          </p:cNvPr>
          <p:cNvSpPr txBox="1"/>
          <p:nvPr/>
        </p:nvSpPr>
        <p:spPr>
          <a:xfrm>
            <a:off x="628650" y="1095250"/>
            <a:ext cx="11102345" cy="4108817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dirty="0">
                <a:solidFill>
                  <a:srgbClr val="00B0F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مميزات منصة أسس الأسطول</a:t>
            </a:r>
          </a:p>
          <a:p>
            <a:pPr algn="r" rtl="1">
              <a:lnSpc>
                <a:spcPct val="150000"/>
              </a:lnSpc>
            </a:pPr>
            <a:r>
              <a:rPr lang="ar-SA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• منصة موحدة لجميع خدمات المركبات.</a:t>
            </a:r>
          </a:p>
          <a:p>
            <a:pPr algn="r" rtl="1">
              <a:lnSpc>
                <a:spcPct val="150000"/>
              </a:lnSpc>
            </a:pPr>
            <a:r>
              <a:rPr lang="ar-SA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• نظام رقمي متكامل للفوترة وإدارة العمليات.</a:t>
            </a:r>
          </a:p>
          <a:p>
            <a:pPr algn="r" rtl="1">
              <a:lnSpc>
                <a:spcPct val="150000"/>
              </a:lnSpc>
            </a:pPr>
            <a:r>
              <a:rPr lang="ar-SA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• مدير حساب مخصص لكل جهة عميلة.</a:t>
            </a:r>
          </a:p>
          <a:p>
            <a:pPr algn="r" rtl="1">
              <a:lnSpc>
                <a:spcPct val="150000"/>
              </a:lnSpc>
            </a:pPr>
            <a:r>
              <a:rPr lang="ar-SA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• نظام وقائي لتتبع أعطال المركبات وتحليل الأداء.</a:t>
            </a:r>
          </a:p>
          <a:p>
            <a:pPr algn="r" rtl="1">
              <a:lnSpc>
                <a:spcPct val="150000"/>
              </a:lnSpc>
            </a:pPr>
            <a:r>
              <a:rPr lang="ar-SA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• تغطية جغرافية شاملة لجميع مناطق المملكة.</a:t>
            </a:r>
          </a:p>
          <a:p>
            <a:pPr algn="r" rtl="1">
              <a:lnSpc>
                <a:spcPct val="150000"/>
              </a:lnSpc>
            </a:pPr>
            <a:r>
              <a:rPr lang="ar-SA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• باقات مرنة تناسب حجم الأسطول واحتياج الجهة.</a:t>
            </a:r>
          </a:p>
          <a:p>
            <a:pPr algn="r" rtl="1">
              <a:lnSpc>
                <a:spcPct val="150000"/>
              </a:lnSpc>
            </a:pPr>
            <a:r>
              <a:rPr lang="ar-SA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• دليل إلكتروني شامل للمزودين المعتمدين.</a:t>
            </a:r>
          </a:p>
          <a:p>
            <a:pPr algn="r" rtl="1">
              <a:lnSpc>
                <a:spcPct val="150000"/>
              </a:lnSpc>
            </a:pPr>
            <a:r>
              <a:rPr lang="ar-SA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• ضمانات جودة والتزام.</a:t>
            </a:r>
          </a:p>
          <a:p>
            <a:pPr algn="r" rtl="1"/>
            <a:endParaRPr lang="ar-SA" dirty="0"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</p:txBody>
      </p:sp>
      <p:pic>
        <p:nvPicPr>
          <p:cNvPr id="7" name="صورة 6" descr="صورة تحتوي على الحاسوب, حاسوب محمول, نص, التصميم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6F8E9701-5523-2170-1578-53FD48AF83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22169" y="4133119"/>
            <a:ext cx="3233299" cy="2155533"/>
          </a:xfrm>
          <a:prstGeom prst="rect">
            <a:avLst/>
          </a:prstGeom>
        </p:spPr>
      </p:pic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E30E1B7A-9E16-D2A1-93E4-21AF7F8B0B71}"/>
              </a:ext>
            </a:extLst>
          </p:cNvPr>
          <p:cNvGrpSpPr/>
          <p:nvPr/>
        </p:nvGrpSpPr>
        <p:grpSpPr>
          <a:xfrm>
            <a:off x="0" y="114276"/>
            <a:ext cx="690490" cy="6572004"/>
            <a:chOff x="0" y="114276"/>
            <a:chExt cx="690490" cy="6572004"/>
          </a:xfrm>
        </p:grpSpPr>
        <p:pic>
          <p:nvPicPr>
            <p:cNvPr id="4" name="Picture 78">
              <a:extLst>
                <a:ext uri="{FF2B5EF4-FFF2-40B4-BE49-F238E27FC236}">
                  <a16:creationId xmlns:a16="http://schemas.microsoft.com/office/drawing/2014/main" id="{7E781EE9-5258-24A2-D3B9-37964B2C8B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14276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78">
              <a:extLst>
                <a:ext uri="{FF2B5EF4-FFF2-40B4-BE49-F238E27FC236}">
                  <a16:creationId xmlns:a16="http://schemas.microsoft.com/office/drawing/2014/main" id="{57C2E267-8F4A-6825-AD6F-9F91539BEA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90737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78">
              <a:extLst>
                <a:ext uri="{FF2B5EF4-FFF2-40B4-BE49-F238E27FC236}">
                  <a16:creationId xmlns:a16="http://schemas.microsoft.com/office/drawing/2014/main" id="{E67B0AC1-6A2D-C7B9-C3AE-BF170BF9CF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90704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8">
              <a:extLst>
                <a:ext uri="{FF2B5EF4-FFF2-40B4-BE49-F238E27FC236}">
                  <a16:creationId xmlns:a16="http://schemas.microsoft.com/office/drawing/2014/main" id="{68BABA93-54D8-5A97-6F29-EC69DDA47F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35795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78">
              <a:extLst>
                <a:ext uri="{FF2B5EF4-FFF2-40B4-BE49-F238E27FC236}">
                  <a16:creationId xmlns:a16="http://schemas.microsoft.com/office/drawing/2014/main" id="{57B162F4-A85E-598F-DEEA-3E054CBE07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75221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78">
              <a:extLst>
                <a:ext uri="{FF2B5EF4-FFF2-40B4-BE49-F238E27FC236}">
                  <a16:creationId xmlns:a16="http://schemas.microsoft.com/office/drawing/2014/main" id="{E492697E-CE69-21C5-957A-CB6549B896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54531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78">
              <a:extLst>
                <a:ext uri="{FF2B5EF4-FFF2-40B4-BE49-F238E27FC236}">
                  <a16:creationId xmlns:a16="http://schemas.microsoft.com/office/drawing/2014/main" id="{A4D0C2F1-EB38-07E9-1BCB-0A8C4BE00B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12864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78">
              <a:extLst>
                <a:ext uri="{FF2B5EF4-FFF2-40B4-BE49-F238E27FC236}">
                  <a16:creationId xmlns:a16="http://schemas.microsoft.com/office/drawing/2014/main" id="{BA36F311-A8AC-F7DB-E2B9-87C32D3018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99589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78">
              <a:extLst>
                <a:ext uri="{FF2B5EF4-FFF2-40B4-BE49-F238E27FC236}">
                  <a16:creationId xmlns:a16="http://schemas.microsoft.com/office/drawing/2014/main" id="{535F7248-6CF6-55EB-B918-205470B0AF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379010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78">
              <a:extLst>
                <a:ext uri="{FF2B5EF4-FFF2-40B4-BE49-F238E27FC236}">
                  <a16:creationId xmlns:a16="http://schemas.microsoft.com/office/drawing/2014/main" id="{51D81268-7E60-D94F-D8B9-19E10744C5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17210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78">
              <a:extLst>
                <a:ext uri="{FF2B5EF4-FFF2-40B4-BE49-F238E27FC236}">
                  <a16:creationId xmlns:a16="http://schemas.microsoft.com/office/drawing/2014/main" id="{5CD1EA0E-2ECA-8675-7AC5-86128C5D54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75543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78">
              <a:extLst>
                <a:ext uri="{FF2B5EF4-FFF2-40B4-BE49-F238E27FC236}">
                  <a16:creationId xmlns:a16="http://schemas.microsoft.com/office/drawing/2014/main" id="{F96A6581-780D-46DD-D023-3C51F9D7F8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62268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78">
              <a:extLst>
                <a:ext uri="{FF2B5EF4-FFF2-40B4-BE49-F238E27FC236}">
                  <a16:creationId xmlns:a16="http://schemas.microsoft.com/office/drawing/2014/main" id="{1D4F64C1-53C8-D64E-6C6B-F949936215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07326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78">
              <a:extLst>
                <a:ext uri="{FF2B5EF4-FFF2-40B4-BE49-F238E27FC236}">
                  <a16:creationId xmlns:a16="http://schemas.microsoft.com/office/drawing/2014/main" id="{BC96B25E-3D8D-AF38-BFF9-11DB220178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86636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78">
              <a:extLst>
                <a:ext uri="{FF2B5EF4-FFF2-40B4-BE49-F238E27FC236}">
                  <a16:creationId xmlns:a16="http://schemas.microsoft.com/office/drawing/2014/main" id="{30681BAF-A77C-6323-4234-F8CED9F186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44969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78">
              <a:extLst>
                <a:ext uri="{FF2B5EF4-FFF2-40B4-BE49-F238E27FC236}">
                  <a16:creationId xmlns:a16="http://schemas.microsoft.com/office/drawing/2014/main" id="{14E3814F-BEBF-B50C-FE21-2558F63160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631694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415222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D35E7-4796-AEC0-ABAF-AA80C1AD9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 descr="صورة تحتوي على تلبيس, الأحذية, رسوم متحركة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B6A7FD99-AADA-CC9C-8E74-6B69E76BEA1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  <a14:imgEffect>
                      <a14:saturation sat="2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246" y="3429000"/>
            <a:ext cx="2461593" cy="3334400"/>
          </a:xfrm>
          <a:prstGeom prst="rect">
            <a:avLst/>
          </a:prstGeom>
        </p:spPr>
      </p:pic>
      <p:sp>
        <p:nvSpPr>
          <p:cNvPr id="2" name="مربع نص 1">
            <a:extLst>
              <a:ext uri="{FF2B5EF4-FFF2-40B4-BE49-F238E27FC236}">
                <a16:creationId xmlns:a16="http://schemas.microsoft.com/office/drawing/2014/main" id="{DDD81F0C-EB53-8645-6697-D5F806BE966B}"/>
              </a:ext>
            </a:extLst>
          </p:cNvPr>
          <p:cNvSpPr txBox="1"/>
          <p:nvPr/>
        </p:nvSpPr>
        <p:spPr>
          <a:xfrm>
            <a:off x="4295775" y="1581150"/>
            <a:ext cx="7077075" cy="263520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00B0F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آلية العمل </a:t>
            </a:r>
          </a:p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• تسجيل الجهة في منصة أسس الأسطول.</a:t>
            </a:r>
          </a:p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• اختيار الخدمة المطلوبة وتحديد المركبة والموقع.</a:t>
            </a:r>
          </a:p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• توجيه الطلب تلقائيًا لأقرب مزود معتمد.</a:t>
            </a:r>
          </a:p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• تنفيذ الخدمة ومتابعتها عبر النظام.</a:t>
            </a:r>
          </a:p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• خصم المبلغ من المحفظة الرقمية للعميل وإصدار فاتورة إلكترونية.</a:t>
            </a:r>
          </a:p>
          <a:p>
            <a:pPr algn="r" rtl="1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• تقييم الخدمة من قبل العميل لتعزيز الرقابة والجودة.</a:t>
            </a:r>
          </a:p>
        </p:txBody>
      </p:sp>
      <p:grpSp>
        <p:nvGrpSpPr>
          <p:cNvPr id="3" name="مجموعة 2">
            <a:extLst>
              <a:ext uri="{FF2B5EF4-FFF2-40B4-BE49-F238E27FC236}">
                <a16:creationId xmlns:a16="http://schemas.microsoft.com/office/drawing/2014/main" id="{A3BF5830-AAD6-B576-0BD8-FAB376BC1328}"/>
              </a:ext>
            </a:extLst>
          </p:cNvPr>
          <p:cNvGrpSpPr/>
          <p:nvPr/>
        </p:nvGrpSpPr>
        <p:grpSpPr>
          <a:xfrm>
            <a:off x="0" y="114276"/>
            <a:ext cx="690490" cy="6572004"/>
            <a:chOff x="0" y="114276"/>
            <a:chExt cx="690490" cy="6572004"/>
          </a:xfrm>
        </p:grpSpPr>
        <p:pic>
          <p:nvPicPr>
            <p:cNvPr id="4" name="Picture 78">
              <a:extLst>
                <a:ext uri="{FF2B5EF4-FFF2-40B4-BE49-F238E27FC236}">
                  <a16:creationId xmlns:a16="http://schemas.microsoft.com/office/drawing/2014/main" id="{0A850690-F5E5-F590-8201-875183C99B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14276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78">
              <a:extLst>
                <a:ext uri="{FF2B5EF4-FFF2-40B4-BE49-F238E27FC236}">
                  <a16:creationId xmlns:a16="http://schemas.microsoft.com/office/drawing/2014/main" id="{37B7C256-4C21-AF40-0341-31A4099A06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90737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78">
              <a:extLst>
                <a:ext uri="{FF2B5EF4-FFF2-40B4-BE49-F238E27FC236}">
                  <a16:creationId xmlns:a16="http://schemas.microsoft.com/office/drawing/2014/main" id="{F4C24384-2A06-8973-C5A1-ABAAF91DF9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90704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8">
              <a:extLst>
                <a:ext uri="{FF2B5EF4-FFF2-40B4-BE49-F238E27FC236}">
                  <a16:creationId xmlns:a16="http://schemas.microsoft.com/office/drawing/2014/main" id="{B94126A0-C9BC-DB4D-C945-56BC06B79F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35795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78">
              <a:extLst>
                <a:ext uri="{FF2B5EF4-FFF2-40B4-BE49-F238E27FC236}">
                  <a16:creationId xmlns:a16="http://schemas.microsoft.com/office/drawing/2014/main" id="{6D6CA624-9989-8D1F-C792-3374CA7AB6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75221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78">
              <a:extLst>
                <a:ext uri="{FF2B5EF4-FFF2-40B4-BE49-F238E27FC236}">
                  <a16:creationId xmlns:a16="http://schemas.microsoft.com/office/drawing/2014/main" id="{C7F4F658-DC3D-575A-926F-41A51FEA39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54531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78">
              <a:extLst>
                <a:ext uri="{FF2B5EF4-FFF2-40B4-BE49-F238E27FC236}">
                  <a16:creationId xmlns:a16="http://schemas.microsoft.com/office/drawing/2014/main" id="{500474E9-7DB0-44A1-074E-826F35333C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12864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78">
              <a:extLst>
                <a:ext uri="{FF2B5EF4-FFF2-40B4-BE49-F238E27FC236}">
                  <a16:creationId xmlns:a16="http://schemas.microsoft.com/office/drawing/2014/main" id="{47741425-E7F3-36B5-791D-843260E551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99589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78">
              <a:extLst>
                <a:ext uri="{FF2B5EF4-FFF2-40B4-BE49-F238E27FC236}">
                  <a16:creationId xmlns:a16="http://schemas.microsoft.com/office/drawing/2014/main" id="{F8E98584-CA20-68AB-911E-EB724A4685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379010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78">
              <a:extLst>
                <a:ext uri="{FF2B5EF4-FFF2-40B4-BE49-F238E27FC236}">
                  <a16:creationId xmlns:a16="http://schemas.microsoft.com/office/drawing/2014/main" id="{A949B6E5-83CC-CA22-0F74-6C3E8077C0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17210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78">
              <a:extLst>
                <a:ext uri="{FF2B5EF4-FFF2-40B4-BE49-F238E27FC236}">
                  <a16:creationId xmlns:a16="http://schemas.microsoft.com/office/drawing/2014/main" id="{D6DAD76F-424F-D7F4-0363-87B2DC6366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75543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78">
              <a:extLst>
                <a:ext uri="{FF2B5EF4-FFF2-40B4-BE49-F238E27FC236}">
                  <a16:creationId xmlns:a16="http://schemas.microsoft.com/office/drawing/2014/main" id="{1F68F9B9-850B-09E6-3731-70DF93EAE6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62268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78">
              <a:extLst>
                <a:ext uri="{FF2B5EF4-FFF2-40B4-BE49-F238E27FC236}">
                  <a16:creationId xmlns:a16="http://schemas.microsoft.com/office/drawing/2014/main" id="{E73AB390-215D-78B3-0DC9-C1D2D33CE9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07326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78">
              <a:extLst>
                <a:ext uri="{FF2B5EF4-FFF2-40B4-BE49-F238E27FC236}">
                  <a16:creationId xmlns:a16="http://schemas.microsoft.com/office/drawing/2014/main" id="{CEC81E76-2E7B-E7A2-B62C-DD7831E2AE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86636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78">
              <a:extLst>
                <a:ext uri="{FF2B5EF4-FFF2-40B4-BE49-F238E27FC236}">
                  <a16:creationId xmlns:a16="http://schemas.microsoft.com/office/drawing/2014/main" id="{0C2C2997-77A4-8CEE-EC46-DB009F5F64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44969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78">
              <a:extLst>
                <a:ext uri="{FF2B5EF4-FFF2-40B4-BE49-F238E27FC236}">
                  <a16:creationId xmlns:a16="http://schemas.microsoft.com/office/drawing/2014/main" id="{730BFAE2-CBAD-AC01-A930-2DCBBB120C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631694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55093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C3DFC-F738-AF64-53B0-678EF5913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ربع نص 1">
            <a:extLst>
              <a:ext uri="{FF2B5EF4-FFF2-40B4-BE49-F238E27FC236}">
                <a16:creationId xmlns:a16="http://schemas.microsoft.com/office/drawing/2014/main" id="{8F21789D-E043-DC0D-247E-D0501A794363}"/>
              </a:ext>
            </a:extLst>
          </p:cNvPr>
          <p:cNvSpPr txBox="1"/>
          <p:nvPr/>
        </p:nvSpPr>
        <p:spPr>
          <a:xfrm>
            <a:off x="1" y="2903305"/>
            <a:ext cx="11973827" cy="33855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1" anchor="ctr">
            <a:spAutoFit/>
          </a:bodyPr>
          <a:lstStyle/>
          <a:p>
            <a:pPr algn="r" rtl="1">
              <a:spcAft>
                <a:spcPts val="800"/>
              </a:spcAft>
            </a:pPr>
            <a:endParaRPr lang="en-US" sz="1600" dirty="0">
              <a:solidFill>
                <a:srgbClr val="7030A0"/>
              </a:solidFill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</p:txBody>
      </p:sp>
      <p:grpSp>
        <p:nvGrpSpPr>
          <p:cNvPr id="3" name="مجموعة 2">
            <a:extLst>
              <a:ext uri="{FF2B5EF4-FFF2-40B4-BE49-F238E27FC236}">
                <a16:creationId xmlns:a16="http://schemas.microsoft.com/office/drawing/2014/main" id="{423950BD-CA59-E1B3-4860-EA76519D898C}"/>
              </a:ext>
            </a:extLst>
          </p:cNvPr>
          <p:cNvGrpSpPr/>
          <p:nvPr/>
        </p:nvGrpSpPr>
        <p:grpSpPr>
          <a:xfrm>
            <a:off x="0" y="114276"/>
            <a:ext cx="690490" cy="6572004"/>
            <a:chOff x="0" y="114276"/>
            <a:chExt cx="690490" cy="6572004"/>
          </a:xfrm>
        </p:grpSpPr>
        <p:pic>
          <p:nvPicPr>
            <p:cNvPr id="5" name="Picture 78">
              <a:extLst>
                <a:ext uri="{FF2B5EF4-FFF2-40B4-BE49-F238E27FC236}">
                  <a16:creationId xmlns:a16="http://schemas.microsoft.com/office/drawing/2014/main" id="{DF09CF89-1427-50A6-BB59-3964A314D6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14276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78">
              <a:extLst>
                <a:ext uri="{FF2B5EF4-FFF2-40B4-BE49-F238E27FC236}">
                  <a16:creationId xmlns:a16="http://schemas.microsoft.com/office/drawing/2014/main" id="{2D9FA7D5-CA7D-5450-A17A-CB84FDEA81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90737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8">
              <a:extLst>
                <a:ext uri="{FF2B5EF4-FFF2-40B4-BE49-F238E27FC236}">
                  <a16:creationId xmlns:a16="http://schemas.microsoft.com/office/drawing/2014/main" id="{68352AC3-5E2F-91BF-A025-EF30A189B6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90704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78">
              <a:extLst>
                <a:ext uri="{FF2B5EF4-FFF2-40B4-BE49-F238E27FC236}">
                  <a16:creationId xmlns:a16="http://schemas.microsoft.com/office/drawing/2014/main" id="{FEB3A598-D5E6-A279-146A-AED0362B50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35795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78">
              <a:extLst>
                <a:ext uri="{FF2B5EF4-FFF2-40B4-BE49-F238E27FC236}">
                  <a16:creationId xmlns:a16="http://schemas.microsoft.com/office/drawing/2014/main" id="{65EB0E94-8167-B656-B574-C8B86FC00F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75221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78">
              <a:extLst>
                <a:ext uri="{FF2B5EF4-FFF2-40B4-BE49-F238E27FC236}">
                  <a16:creationId xmlns:a16="http://schemas.microsoft.com/office/drawing/2014/main" id="{C2E1F3A6-6B09-11CF-DF96-EFA2F411F1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54531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78">
              <a:extLst>
                <a:ext uri="{FF2B5EF4-FFF2-40B4-BE49-F238E27FC236}">
                  <a16:creationId xmlns:a16="http://schemas.microsoft.com/office/drawing/2014/main" id="{963811A4-12B0-5C25-94CC-F3DD427287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12864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78">
              <a:extLst>
                <a:ext uri="{FF2B5EF4-FFF2-40B4-BE49-F238E27FC236}">
                  <a16:creationId xmlns:a16="http://schemas.microsoft.com/office/drawing/2014/main" id="{30721FCE-B8A0-0757-501C-54E06C7248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99589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78">
              <a:extLst>
                <a:ext uri="{FF2B5EF4-FFF2-40B4-BE49-F238E27FC236}">
                  <a16:creationId xmlns:a16="http://schemas.microsoft.com/office/drawing/2014/main" id="{65527793-03DB-C436-2513-F9CE34A88C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379010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78">
              <a:extLst>
                <a:ext uri="{FF2B5EF4-FFF2-40B4-BE49-F238E27FC236}">
                  <a16:creationId xmlns:a16="http://schemas.microsoft.com/office/drawing/2014/main" id="{7DC1AD0B-E8C8-638B-39C1-3D0BDA3A50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17210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78">
              <a:extLst>
                <a:ext uri="{FF2B5EF4-FFF2-40B4-BE49-F238E27FC236}">
                  <a16:creationId xmlns:a16="http://schemas.microsoft.com/office/drawing/2014/main" id="{B98E7C90-6C64-4FE0-1D5B-8B803E65BC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75543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78">
              <a:extLst>
                <a:ext uri="{FF2B5EF4-FFF2-40B4-BE49-F238E27FC236}">
                  <a16:creationId xmlns:a16="http://schemas.microsoft.com/office/drawing/2014/main" id="{E9FBBFB2-3942-8B83-E7E6-E30B9F9206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62268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78">
              <a:extLst>
                <a:ext uri="{FF2B5EF4-FFF2-40B4-BE49-F238E27FC236}">
                  <a16:creationId xmlns:a16="http://schemas.microsoft.com/office/drawing/2014/main" id="{0E7C34E2-E6AE-5C04-1B21-D625B1EC3E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07326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78">
              <a:extLst>
                <a:ext uri="{FF2B5EF4-FFF2-40B4-BE49-F238E27FC236}">
                  <a16:creationId xmlns:a16="http://schemas.microsoft.com/office/drawing/2014/main" id="{E24521F9-6E77-359F-90C9-B1747250FC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86636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78">
              <a:extLst>
                <a:ext uri="{FF2B5EF4-FFF2-40B4-BE49-F238E27FC236}">
                  <a16:creationId xmlns:a16="http://schemas.microsoft.com/office/drawing/2014/main" id="{94C7E0A3-3914-DE14-ACC0-AF563997D5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44969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78">
              <a:extLst>
                <a:ext uri="{FF2B5EF4-FFF2-40B4-BE49-F238E27FC236}">
                  <a16:creationId xmlns:a16="http://schemas.microsoft.com/office/drawing/2014/main" id="{1F379136-5EB3-5B9E-6191-2A21FE9250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631694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مربع نص 6">
            <a:extLst>
              <a:ext uri="{FF2B5EF4-FFF2-40B4-BE49-F238E27FC236}">
                <a16:creationId xmlns:a16="http://schemas.microsoft.com/office/drawing/2014/main" id="{FE49A029-2A00-7C19-8A92-B5665B54A5C6}"/>
              </a:ext>
            </a:extLst>
          </p:cNvPr>
          <p:cNvSpPr txBox="1"/>
          <p:nvPr/>
        </p:nvSpPr>
        <p:spPr>
          <a:xfrm>
            <a:off x="895350" y="1276707"/>
            <a:ext cx="11078478" cy="3373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ar-SA" sz="1600" dirty="0">
                <a:solidFill>
                  <a:srgbClr val="00B0F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فريق عمل أسس الأسطول</a:t>
            </a:r>
            <a:endParaRPr lang="ar-SA" sz="1600" dirty="0">
              <a:solidFill>
                <a:srgbClr val="7030A0"/>
              </a:solidFill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يقف خلف منصة أسس الأسطول فريق عمل يجمع بين الخبرة التقنية والتشغيلية والإدارية، يعمل بتناغمٍ كامل لبناء منظومة متكاملة لإدارة المركبات وخدمات ما بعد البيع على مستوى المملكة.</a:t>
            </a:r>
            <a:endParaRPr lang="ar-SA" sz="1600" dirty="0">
              <a:solidFill>
                <a:srgbClr val="00B0F0"/>
              </a:solidFill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يضم الفريق نخبة من المتخصصين في تطوير الأنظمة الذكية، وتحليل البيانات، وتحسين تجربة المستخدم، وتشغيل العمليات الميدانية بدقة عالية.</a:t>
            </a:r>
          </a:p>
          <a:p>
            <a:pPr algn="just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يحرص الجميع على تقديم حلول مبتكرة ترفع من كفاءة إدارة الأساطيل وتُحسن من جودة خدمات ما بعد البيع مثل: الصيانة، والزيوت، والإطارات، والغسيل، والمساعدة على الطريق، وغيرها من الخدمات التي تُدار رقمياً عبر المنصة.</a:t>
            </a:r>
          </a:p>
          <a:p>
            <a:pPr algn="just">
              <a:lnSpc>
                <a:spcPct val="150000"/>
              </a:lnSpc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بفضل هذا التكامل، أصبحت أسس الأسطول مرجعاً وطنياً في ربط الشركات بمزودي الخدمة المعتمدين، مع ضمان أعلى معايير الجودة والمتابعة المستمرة لتحقيق رضا العميل واستدامة الأداء</a:t>
            </a:r>
          </a:p>
        </p:txBody>
      </p:sp>
    </p:spTree>
    <p:extLst>
      <p:ext uri="{BB962C8B-B14F-4D97-AF65-F5344CB8AC3E}">
        <p14:creationId xmlns:p14="http://schemas.microsoft.com/office/powerpoint/2010/main" val="4217272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2FFC1-3046-E832-63DB-AE1228F1A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ربع نص 1">
            <a:extLst>
              <a:ext uri="{FF2B5EF4-FFF2-40B4-BE49-F238E27FC236}">
                <a16:creationId xmlns:a16="http://schemas.microsoft.com/office/drawing/2014/main" id="{8FAC534A-0B11-8059-0134-6D5A2F073086}"/>
              </a:ext>
            </a:extLst>
          </p:cNvPr>
          <p:cNvSpPr txBox="1"/>
          <p:nvPr/>
        </p:nvSpPr>
        <p:spPr>
          <a:xfrm>
            <a:off x="1" y="2903305"/>
            <a:ext cx="11973827" cy="33855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1" anchor="ctr">
            <a:spAutoFit/>
          </a:bodyPr>
          <a:lstStyle/>
          <a:p>
            <a:pPr algn="r" rtl="1">
              <a:spcAft>
                <a:spcPts val="800"/>
              </a:spcAft>
            </a:pPr>
            <a:endParaRPr lang="en-US" sz="1600" dirty="0">
              <a:solidFill>
                <a:srgbClr val="7030A0"/>
              </a:solidFill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</p:txBody>
      </p:sp>
      <p:grpSp>
        <p:nvGrpSpPr>
          <p:cNvPr id="3" name="مجموعة 2">
            <a:extLst>
              <a:ext uri="{FF2B5EF4-FFF2-40B4-BE49-F238E27FC236}">
                <a16:creationId xmlns:a16="http://schemas.microsoft.com/office/drawing/2014/main" id="{15B66A51-6B61-A0E4-44F2-C1DCD8B95523}"/>
              </a:ext>
            </a:extLst>
          </p:cNvPr>
          <p:cNvGrpSpPr/>
          <p:nvPr/>
        </p:nvGrpSpPr>
        <p:grpSpPr>
          <a:xfrm>
            <a:off x="0" y="114276"/>
            <a:ext cx="690490" cy="6572004"/>
            <a:chOff x="0" y="114276"/>
            <a:chExt cx="690490" cy="6572004"/>
          </a:xfrm>
        </p:grpSpPr>
        <p:pic>
          <p:nvPicPr>
            <p:cNvPr id="5" name="Picture 78">
              <a:extLst>
                <a:ext uri="{FF2B5EF4-FFF2-40B4-BE49-F238E27FC236}">
                  <a16:creationId xmlns:a16="http://schemas.microsoft.com/office/drawing/2014/main" id="{6937F35D-5A20-8FFB-08AF-AC1C242918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14276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78">
              <a:extLst>
                <a:ext uri="{FF2B5EF4-FFF2-40B4-BE49-F238E27FC236}">
                  <a16:creationId xmlns:a16="http://schemas.microsoft.com/office/drawing/2014/main" id="{26BC6922-6D38-FFD7-5B05-4F8FD47487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90737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8">
              <a:extLst>
                <a:ext uri="{FF2B5EF4-FFF2-40B4-BE49-F238E27FC236}">
                  <a16:creationId xmlns:a16="http://schemas.microsoft.com/office/drawing/2014/main" id="{C65DEB51-3120-620F-B373-F34DFAA9AC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90704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78">
              <a:extLst>
                <a:ext uri="{FF2B5EF4-FFF2-40B4-BE49-F238E27FC236}">
                  <a16:creationId xmlns:a16="http://schemas.microsoft.com/office/drawing/2014/main" id="{E580B2B9-9F25-F090-01ED-0C92FF91CA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35795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78">
              <a:extLst>
                <a:ext uri="{FF2B5EF4-FFF2-40B4-BE49-F238E27FC236}">
                  <a16:creationId xmlns:a16="http://schemas.microsoft.com/office/drawing/2014/main" id="{C293E7DE-8530-9316-CD7A-CDCE152847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75221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78">
              <a:extLst>
                <a:ext uri="{FF2B5EF4-FFF2-40B4-BE49-F238E27FC236}">
                  <a16:creationId xmlns:a16="http://schemas.microsoft.com/office/drawing/2014/main" id="{91371FC4-0D39-AD5C-6B4D-C0770C07BC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54531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78">
              <a:extLst>
                <a:ext uri="{FF2B5EF4-FFF2-40B4-BE49-F238E27FC236}">
                  <a16:creationId xmlns:a16="http://schemas.microsoft.com/office/drawing/2014/main" id="{8E1D0FB8-DEA9-9711-E04C-A774578B48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12864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78">
              <a:extLst>
                <a:ext uri="{FF2B5EF4-FFF2-40B4-BE49-F238E27FC236}">
                  <a16:creationId xmlns:a16="http://schemas.microsoft.com/office/drawing/2014/main" id="{6ADFDE46-7AC4-CEC7-6297-442E0348A7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99589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78">
              <a:extLst>
                <a:ext uri="{FF2B5EF4-FFF2-40B4-BE49-F238E27FC236}">
                  <a16:creationId xmlns:a16="http://schemas.microsoft.com/office/drawing/2014/main" id="{F1E223A9-E13F-D942-89F2-833CBEAC90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379010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78">
              <a:extLst>
                <a:ext uri="{FF2B5EF4-FFF2-40B4-BE49-F238E27FC236}">
                  <a16:creationId xmlns:a16="http://schemas.microsoft.com/office/drawing/2014/main" id="{C275B76F-AEAD-2D80-BBE1-69DD6F0292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17210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78">
              <a:extLst>
                <a:ext uri="{FF2B5EF4-FFF2-40B4-BE49-F238E27FC236}">
                  <a16:creationId xmlns:a16="http://schemas.microsoft.com/office/drawing/2014/main" id="{3AD00607-C258-6F4B-8F13-6819AD7AB6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75543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78">
              <a:extLst>
                <a:ext uri="{FF2B5EF4-FFF2-40B4-BE49-F238E27FC236}">
                  <a16:creationId xmlns:a16="http://schemas.microsoft.com/office/drawing/2014/main" id="{C97F8557-5080-98D8-D5FC-674A683798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62268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78">
              <a:extLst>
                <a:ext uri="{FF2B5EF4-FFF2-40B4-BE49-F238E27FC236}">
                  <a16:creationId xmlns:a16="http://schemas.microsoft.com/office/drawing/2014/main" id="{BE55D51F-C642-25DD-B21D-8FBF77CE37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07326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78">
              <a:extLst>
                <a:ext uri="{FF2B5EF4-FFF2-40B4-BE49-F238E27FC236}">
                  <a16:creationId xmlns:a16="http://schemas.microsoft.com/office/drawing/2014/main" id="{1300FDF4-2C42-3C8B-EEE0-3188F25AB1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86636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78">
              <a:extLst>
                <a:ext uri="{FF2B5EF4-FFF2-40B4-BE49-F238E27FC236}">
                  <a16:creationId xmlns:a16="http://schemas.microsoft.com/office/drawing/2014/main" id="{79E88DDD-6739-4AC2-C5AF-ED3B6D189C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44969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78">
              <a:extLst>
                <a:ext uri="{FF2B5EF4-FFF2-40B4-BE49-F238E27FC236}">
                  <a16:creationId xmlns:a16="http://schemas.microsoft.com/office/drawing/2014/main" id="{21D58C08-298E-0D39-E1E1-67C99AD3EF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631694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مربع نص 6">
            <a:extLst>
              <a:ext uri="{FF2B5EF4-FFF2-40B4-BE49-F238E27FC236}">
                <a16:creationId xmlns:a16="http://schemas.microsoft.com/office/drawing/2014/main" id="{46E7178B-D032-7859-889C-4AFD9BC212D1}"/>
              </a:ext>
            </a:extLst>
          </p:cNvPr>
          <p:cNvSpPr txBox="1"/>
          <p:nvPr/>
        </p:nvSpPr>
        <p:spPr>
          <a:xfrm>
            <a:off x="962025" y="1357955"/>
            <a:ext cx="11078478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ar-SA" sz="1600" b="1" dirty="0">
                <a:solidFill>
                  <a:srgbClr val="00B0F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نطاق عمل أسس الأسطول</a:t>
            </a:r>
          </a:p>
          <a:p>
            <a:pPr algn="just"/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تشمل خدمات أسس الأسطول جميع مراحل إدارة المركبات وخدمات ما بعد البيع، من خلال منصة رقمية موحدة تربط بين الشركات ومزودي الخدمة في مختلف مناطق المملكة.</a:t>
            </a:r>
          </a:p>
          <a:p>
            <a:pPr algn="just"/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يعمل النظام على تغطية مجموعة واسعة من الخدمات ا تشمل:</a:t>
            </a:r>
          </a:p>
          <a:p>
            <a:pPr algn="just"/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	•	الصيانة الدورية والإصلاحات.</a:t>
            </a:r>
          </a:p>
          <a:p>
            <a:pPr algn="just"/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	•	تغيير الزيوت والبطاريات والإطارات.</a:t>
            </a:r>
          </a:p>
          <a:p>
            <a:pPr algn="just"/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	•	خدمات الغسيل (الثابتة والمتنقلة).</a:t>
            </a:r>
          </a:p>
          <a:p>
            <a:pPr algn="just"/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	•	خدمات الطوارئ والمساعدة على الطريق.</a:t>
            </a:r>
          </a:p>
          <a:p>
            <a:pPr algn="just"/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	•	المتابعة التشغيلية وجودة الخدمة.</a:t>
            </a:r>
          </a:p>
          <a:p>
            <a:pPr algn="just"/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	•	إدارة المزودين والعقود والدفع الإلكتروني.</a:t>
            </a:r>
          </a:p>
          <a:p>
            <a:pPr algn="just"/>
            <a:endParaRPr lang="ar-SA" sz="1600" dirty="0">
              <a:solidFill>
                <a:srgbClr val="7030A0"/>
              </a:solidFill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  <a:p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يمتد نطاق العمل ليشمل جميع مناطق ومدن المملكة العربية السعودية عبر شبكة متنامية من مراكز الخدمة والمزودين المعتمدين، بهدف توفير تجربة موحدة، موثوقة، وسهلة الإدارة لجميع شركاء المنصة</a:t>
            </a:r>
          </a:p>
          <a:p>
            <a:endParaRPr lang="ar-SA" sz="1600" dirty="0">
              <a:solidFill>
                <a:srgbClr val="7030A0"/>
              </a:solidFill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  <a:p>
            <a:endParaRPr lang="ar-SA" sz="1600" dirty="0">
              <a:solidFill>
                <a:srgbClr val="7030A0"/>
              </a:solidFill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677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AF1C1-CD26-8CA0-0797-DBC3B7BA1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ربع نص 1">
            <a:extLst>
              <a:ext uri="{FF2B5EF4-FFF2-40B4-BE49-F238E27FC236}">
                <a16:creationId xmlns:a16="http://schemas.microsoft.com/office/drawing/2014/main" id="{4EE50425-8D45-FAAA-4823-DA822AE4B470}"/>
              </a:ext>
            </a:extLst>
          </p:cNvPr>
          <p:cNvSpPr txBox="1"/>
          <p:nvPr/>
        </p:nvSpPr>
        <p:spPr>
          <a:xfrm>
            <a:off x="154004" y="2047399"/>
            <a:ext cx="12037996" cy="179536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1" anchor="ctr">
            <a:spAutoFit/>
          </a:bodyPr>
          <a:lstStyle/>
          <a:p>
            <a:pPr algn="ctr" rtl="1">
              <a:spcAft>
                <a:spcPts val="800"/>
              </a:spcAft>
            </a:pPr>
            <a:r>
              <a:rPr lang="ar-SA" sz="1600" dirty="0">
                <a:solidFill>
                  <a:srgbClr val="00B0F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عملاؤنا</a:t>
            </a:r>
          </a:p>
          <a:p>
            <a:pPr algn="ctr" rtl="1">
              <a:spcAft>
                <a:spcPts val="800"/>
              </a:spcAft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تفخر منصة أسس الأسطول بخدمة نخبة من القطاعات الحكومية والخاصة في مختلف أنحاء المملكة،</a:t>
            </a:r>
          </a:p>
          <a:p>
            <a:pPr algn="ctr" rtl="1">
              <a:spcAft>
                <a:spcPts val="800"/>
              </a:spcAft>
            </a:pPr>
            <a:r>
              <a:rPr lang="ar-SA" sz="16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من خلال حلول رقمية متكاملة تلبي احتياجات الأساطيل التشغيلية وتضمن الجودة والسرعة والشفافية.</a:t>
            </a:r>
          </a:p>
          <a:p>
            <a:pPr algn="ctr" rtl="1">
              <a:spcAft>
                <a:spcPts val="800"/>
              </a:spcAft>
            </a:pPr>
            <a:r>
              <a:rPr lang="ar-SA" u="sng" dirty="0">
                <a:solidFill>
                  <a:srgbClr val="00B0F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وتواصل منصة أسس الأسطول بناء شراكات جديدة مع جهات حكومية وشركات كبرى</a:t>
            </a:r>
          </a:p>
          <a:p>
            <a:pPr algn="ctr" rtl="1">
              <a:spcAft>
                <a:spcPts val="800"/>
              </a:spcAft>
            </a:pPr>
            <a:r>
              <a:rPr lang="ar-SA" u="sng" dirty="0">
                <a:solidFill>
                  <a:srgbClr val="00B0F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سعيًا لتوسيع دائرة التعاون وتوفير تجربة تشغيلية رقمية موحدة وفعّالة</a:t>
            </a:r>
            <a:endParaRPr lang="en-US" sz="1600" u="sng" dirty="0">
              <a:solidFill>
                <a:srgbClr val="00B0F0"/>
              </a:solidFill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</p:txBody>
      </p:sp>
      <p:grpSp>
        <p:nvGrpSpPr>
          <p:cNvPr id="3" name="مجموعة 2">
            <a:extLst>
              <a:ext uri="{FF2B5EF4-FFF2-40B4-BE49-F238E27FC236}">
                <a16:creationId xmlns:a16="http://schemas.microsoft.com/office/drawing/2014/main" id="{0321CB2E-775E-6D71-C876-0B399F3BFB03}"/>
              </a:ext>
            </a:extLst>
          </p:cNvPr>
          <p:cNvGrpSpPr/>
          <p:nvPr/>
        </p:nvGrpSpPr>
        <p:grpSpPr>
          <a:xfrm>
            <a:off x="0" y="114276"/>
            <a:ext cx="690490" cy="6572004"/>
            <a:chOff x="0" y="114276"/>
            <a:chExt cx="690490" cy="6572004"/>
          </a:xfrm>
        </p:grpSpPr>
        <p:pic>
          <p:nvPicPr>
            <p:cNvPr id="4" name="Picture 78">
              <a:extLst>
                <a:ext uri="{FF2B5EF4-FFF2-40B4-BE49-F238E27FC236}">
                  <a16:creationId xmlns:a16="http://schemas.microsoft.com/office/drawing/2014/main" id="{C8C917AE-77F0-3118-7A38-EEF7DBFBE5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14276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78">
              <a:extLst>
                <a:ext uri="{FF2B5EF4-FFF2-40B4-BE49-F238E27FC236}">
                  <a16:creationId xmlns:a16="http://schemas.microsoft.com/office/drawing/2014/main" id="{561ABABF-9D67-2422-14BF-E2F26047F3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90737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78">
              <a:extLst>
                <a:ext uri="{FF2B5EF4-FFF2-40B4-BE49-F238E27FC236}">
                  <a16:creationId xmlns:a16="http://schemas.microsoft.com/office/drawing/2014/main" id="{DE9079B5-B62F-ADE1-DC46-6782991612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90704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78">
              <a:extLst>
                <a:ext uri="{FF2B5EF4-FFF2-40B4-BE49-F238E27FC236}">
                  <a16:creationId xmlns:a16="http://schemas.microsoft.com/office/drawing/2014/main" id="{5F70A095-13A8-03C3-4CCA-C8442592FC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35795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8">
              <a:extLst>
                <a:ext uri="{FF2B5EF4-FFF2-40B4-BE49-F238E27FC236}">
                  <a16:creationId xmlns:a16="http://schemas.microsoft.com/office/drawing/2014/main" id="{B9F4AECA-298D-A8B6-5371-59B20C37A5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75221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78">
              <a:extLst>
                <a:ext uri="{FF2B5EF4-FFF2-40B4-BE49-F238E27FC236}">
                  <a16:creationId xmlns:a16="http://schemas.microsoft.com/office/drawing/2014/main" id="{24C3734B-DCB8-EFF0-8F4E-B8E96AC19B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54531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78">
              <a:extLst>
                <a:ext uri="{FF2B5EF4-FFF2-40B4-BE49-F238E27FC236}">
                  <a16:creationId xmlns:a16="http://schemas.microsoft.com/office/drawing/2014/main" id="{0532DAB0-AE0D-34BC-58FA-B6820A1069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12864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78">
              <a:extLst>
                <a:ext uri="{FF2B5EF4-FFF2-40B4-BE49-F238E27FC236}">
                  <a16:creationId xmlns:a16="http://schemas.microsoft.com/office/drawing/2014/main" id="{2EDE6FD2-812E-EBAF-7752-F36E311E81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99589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78">
              <a:extLst>
                <a:ext uri="{FF2B5EF4-FFF2-40B4-BE49-F238E27FC236}">
                  <a16:creationId xmlns:a16="http://schemas.microsoft.com/office/drawing/2014/main" id="{D83CAB8A-625B-6E31-F37F-5DB4C41246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379010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78">
              <a:extLst>
                <a:ext uri="{FF2B5EF4-FFF2-40B4-BE49-F238E27FC236}">
                  <a16:creationId xmlns:a16="http://schemas.microsoft.com/office/drawing/2014/main" id="{F93650C5-FB6C-7D85-9A1B-9F97940955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17210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78">
              <a:extLst>
                <a:ext uri="{FF2B5EF4-FFF2-40B4-BE49-F238E27FC236}">
                  <a16:creationId xmlns:a16="http://schemas.microsoft.com/office/drawing/2014/main" id="{EB4384C2-ED4D-4140-FD50-191C323235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75543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78">
              <a:extLst>
                <a:ext uri="{FF2B5EF4-FFF2-40B4-BE49-F238E27FC236}">
                  <a16:creationId xmlns:a16="http://schemas.microsoft.com/office/drawing/2014/main" id="{EF1F7C11-BCEB-4BA2-E07E-12BD67C762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62268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78">
              <a:extLst>
                <a:ext uri="{FF2B5EF4-FFF2-40B4-BE49-F238E27FC236}">
                  <a16:creationId xmlns:a16="http://schemas.microsoft.com/office/drawing/2014/main" id="{917B7405-5CAF-2DEB-88F9-159E38536B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07326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78">
              <a:extLst>
                <a:ext uri="{FF2B5EF4-FFF2-40B4-BE49-F238E27FC236}">
                  <a16:creationId xmlns:a16="http://schemas.microsoft.com/office/drawing/2014/main" id="{1C70E449-00A4-69E4-9578-E9D839EF90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86636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78">
              <a:extLst>
                <a:ext uri="{FF2B5EF4-FFF2-40B4-BE49-F238E27FC236}">
                  <a16:creationId xmlns:a16="http://schemas.microsoft.com/office/drawing/2014/main" id="{E0801D39-ACCB-17D4-E2B8-1C953FF251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44969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78">
              <a:extLst>
                <a:ext uri="{FF2B5EF4-FFF2-40B4-BE49-F238E27FC236}">
                  <a16:creationId xmlns:a16="http://schemas.microsoft.com/office/drawing/2014/main" id="{12031F5C-3888-5512-FEF6-6E49252AF5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631694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1" name="صورة 20" descr="صورة تحتوي على الرسومات, شعار, تصميم الجرافيك, التصميم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4FC02DA5-375F-AFB4-C870-ADF090E654D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Diffused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367" y="4356775"/>
            <a:ext cx="2983832" cy="147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3457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D768B-163F-73F3-309F-F092BECB9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ربع نص 1">
            <a:extLst>
              <a:ext uri="{FF2B5EF4-FFF2-40B4-BE49-F238E27FC236}">
                <a16:creationId xmlns:a16="http://schemas.microsoft.com/office/drawing/2014/main" id="{BD45D85F-83F4-9E90-90E6-EF5C4D76153F}"/>
              </a:ext>
            </a:extLst>
          </p:cNvPr>
          <p:cNvSpPr txBox="1"/>
          <p:nvPr/>
        </p:nvSpPr>
        <p:spPr>
          <a:xfrm>
            <a:off x="1" y="2903305"/>
            <a:ext cx="11973827" cy="33855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1" anchor="ctr">
            <a:spAutoFit/>
          </a:bodyPr>
          <a:lstStyle/>
          <a:p>
            <a:pPr>
              <a:spcAft>
                <a:spcPts val="800"/>
              </a:spcAft>
            </a:pPr>
            <a:endParaRPr lang="en-US" sz="1600" dirty="0">
              <a:solidFill>
                <a:srgbClr val="7030A0"/>
              </a:solidFill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40AE9AC4-117B-7AD4-8B6C-15971BDC9212}"/>
              </a:ext>
            </a:extLst>
          </p:cNvPr>
          <p:cNvSpPr txBox="1"/>
          <p:nvPr/>
        </p:nvSpPr>
        <p:spPr>
          <a:xfrm>
            <a:off x="790575" y="228020"/>
            <a:ext cx="10610850" cy="130420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ar-SA" sz="3600" b="1" dirty="0">
                <a:solidFill>
                  <a:srgbClr val="00B0F0"/>
                </a:solidFill>
                <a:latin typeface="29LT Azer" panose="00000500000000000000" pitchFamily="50" charset="-78"/>
                <a:cs typeface="29LT Azer" panose="00000500000000000000" pitchFamily="50" charset="-78"/>
              </a:rPr>
              <a:t>أبرز عملائنا </a:t>
            </a:r>
          </a:p>
          <a:p>
            <a:pPr algn="r" rtl="1">
              <a:lnSpc>
                <a:spcPct val="150000"/>
              </a:lnSpc>
            </a:pPr>
            <a:endParaRPr lang="ar-SA" dirty="0">
              <a:solidFill>
                <a:srgbClr val="00B0F0"/>
              </a:solidFill>
              <a:latin typeface="29LT Azer" panose="00000500000000000000" pitchFamily="50" charset="-78"/>
              <a:cs typeface="29LT Azer" panose="00000500000000000000" pitchFamily="50" charset="-78"/>
            </a:endParaRPr>
          </a:p>
        </p:txBody>
      </p:sp>
      <p:grpSp>
        <p:nvGrpSpPr>
          <p:cNvPr id="3" name="مجموعة 2">
            <a:extLst>
              <a:ext uri="{FF2B5EF4-FFF2-40B4-BE49-F238E27FC236}">
                <a16:creationId xmlns:a16="http://schemas.microsoft.com/office/drawing/2014/main" id="{0EFEEEE8-92F9-EE36-AE6F-9B7C3A43C1AD}"/>
              </a:ext>
            </a:extLst>
          </p:cNvPr>
          <p:cNvGrpSpPr/>
          <p:nvPr/>
        </p:nvGrpSpPr>
        <p:grpSpPr>
          <a:xfrm>
            <a:off x="0" y="114276"/>
            <a:ext cx="690490" cy="6572004"/>
            <a:chOff x="0" y="114276"/>
            <a:chExt cx="690490" cy="6572004"/>
          </a:xfrm>
        </p:grpSpPr>
        <p:pic>
          <p:nvPicPr>
            <p:cNvPr id="5" name="Picture 78">
              <a:extLst>
                <a:ext uri="{FF2B5EF4-FFF2-40B4-BE49-F238E27FC236}">
                  <a16:creationId xmlns:a16="http://schemas.microsoft.com/office/drawing/2014/main" id="{C1F1A9CE-7F3B-3DDC-9568-999C013747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14276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78">
              <a:extLst>
                <a:ext uri="{FF2B5EF4-FFF2-40B4-BE49-F238E27FC236}">
                  <a16:creationId xmlns:a16="http://schemas.microsoft.com/office/drawing/2014/main" id="{DCDF95D3-828C-3C1B-7E80-E0EC01DEE8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90737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8">
              <a:extLst>
                <a:ext uri="{FF2B5EF4-FFF2-40B4-BE49-F238E27FC236}">
                  <a16:creationId xmlns:a16="http://schemas.microsoft.com/office/drawing/2014/main" id="{61DBDF45-4AC0-A01F-CE65-48C29E3B72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90704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78">
              <a:extLst>
                <a:ext uri="{FF2B5EF4-FFF2-40B4-BE49-F238E27FC236}">
                  <a16:creationId xmlns:a16="http://schemas.microsoft.com/office/drawing/2014/main" id="{7E500F76-5FF7-E13F-F8F3-54767A6579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35795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78">
              <a:extLst>
                <a:ext uri="{FF2B5EF4-FFF2-40B4-BE49-F238E27FC236}">
                  <a16:creationId xmlns:a16="http://schemas.microsoft.com/office/drawing/2014/main" id="{7CCA8D8F-2010-BE53-A9E7-204CA3DA36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75221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78">
              <a:extLst>
                <a:ext uri="{FF2B5EF4-FFF2-40B4-BE49-F238E27FC236}">
                  <a16:creationId xmlns:a16="http://schemas.microsoft.com/office/drawing/2014/main" id="{26DE887F-C3DC-2238-7378-2247990ADE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54531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78">
              <a:extLst>
                <a:ext uri="{FF2B5EF4-FFF2-40B4-BE49-F238E27FC236}">
                  <a16:creationId xmlns:a16="http://schemas.microsoft.com/office/drawing/2014/main" id="{97E88CF4-5D87-FF7E-906C-5560B90446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12864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78">
              <a:extLst>
                <a:ext uri="{FF2B5EF4-FFF2-40B4-BE49-F238E27FC236}">
                  <a16:creationId xmlns:a16="http://schemas.microsoft.com/office/drawing/2014/main" id="{6CE1C595-A5E6-9BCA-3DF5-98029BC84A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99589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78">
              <a:extLst>
                <a:ext uri="{FF2B5EF4-FFF2-40B4-BE49-F238E27FC236}">
                  <a16:creationId xmlns:a16="http://schemas.microsoft.com/office/drawing/2014/main" id="{39CD948C-C045-B411-EBAA-ADC0B8649C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379010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78">
              <a:extLst>
                <a:ext uri="{FF2B5EF4-FFF2-40B4-BE49-F238E27FC236}">
                  <a16:creationId xmlns:a16="http://schemas.microsoft.com/office/drawing/2014/main" id="{93C40A59-B745-2524-C1CB-9BD579351A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17210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78">
              <a:extLst>
                <a:ext uri="{FF2B5EF4-FFF2-40B4-BE49-F238E27FC236}">
                  <a16:creationId xmlns:a16="http://schemas.microsoft.com/office/drawing/2014/main" id="{97C8F95A-8F80-851B-C88D-CBF9EF447D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75543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78">
              <a:extLst>
                <a:ext uri="{FF2B5EF4-FFF2-40B4-BE49-F238E27FC236}">
                  <a16:creationId xmlns:a16="http://schemas.microsoft.com/office/drawing/2014/main" id="{3B97B6A8-5AA9-3E85-A174-9DEEED3076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62268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78">
              <a:extLst>
                <a:ext uri="{FF2B5EF4-FFF2-40B4-BE49-F238E27FC236}">
                  <a16:creationId xmlns:a16="http://schemas.microsoft.com/office/drawing/2014/main" id="{A6A1B33E-2A3B-7688-5371-1C89FACE30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07326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78">
              <a:extLst>
                <a:ext uri="{FF2B5EF4-FFF2-40B4-BE49-F238E27FC236}">
                  <a16:creationId xmlns:a16="http://schemas.microsoft.com/office/drawing/2014/main" id="{CAB682E0-814B-C627-65BD-E075C6EA5A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86636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78">
              <a:extLst>
                <a:ext uri="{FF2B5EF4-FFF2-40B4-BE49-F238E27FC236}">
                  <a16:creationId xmlns:a16="http://schemas.microsoft.com/office/drawing/2014/main" id="{600FF71D-C712-E43F-6734-16B01F4C34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44969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78">
              <a:extLst>
                <a:ext uri="{FF2B5EF4-FFF2-40B4-BE49-F238E27FC236}">
                  <a16:creationId xmlns:a16="http://schemas.microsoft.com/office/drawing/2014/main" id="{6B24FAA1-9BA1-5D05-5B2C-CB2FA155A0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631694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26" name="Picture 2" descr="قوات الأمن الخاصة السعودية - ويكيبيديا">
            <a:extLst>
              <a:ext uri="{FF2B5EF4-FFF2-40B4-BE49-F238E27FC236}">
                <a16:creationId xmlns:a16="http://schemas.microsoft.com/office/drawing/2014/main" id="{56B9C48E-CB90-0EE7-D7E4-867C79F6DE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7851" y="1654724"/>
            <a:ext cx="1401359" cy="1432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بوابة الموظفين">
            <a:extLst>
              <a:ext uri="{FF2B5EF4-FFF2-40B4-BE49-F238E27FC236}">
                <a16:creationId xmlns:a16="http://schemas.microsoft.com/office/drawing/2014/main" id="{EA9E2994-4463-B835-AD33-A38EFD59C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6720" y="1601179"/>
            <a:ext cx="2437631" cy="159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البريد السعودي يطلق هويته الجديدة &quot;سُبل&quot; - جريدة المدينة">
            <a:extLst>
              <a:ext uri="{FF2B5EF4-FFF2-40B4-BE49-F238E27FC236}">
                <a16:creationId xmlns:a16="http://schemas.microsoft.com/office/drawing/2014/main" id="{88265EDE-BA06-7177-08F1-8E11B8033D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57" b="16037"/>
          <a:stretch>
            <a:fillRect/>
          </a:stretch>
        </p:blipFill>
        <p:spPr bwMode="auto">
          <a:xfrm>
            <a:off x="5483143" y="1821215"/>
            <a:ext cx="2143125" cy="1382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جهات المنظومة | وزارة الطاقة">
            <a:extLst>
              <a:ext uri="{FF2B5EF4-FFF2-40B4-BE49-F238E27FC236}">
                <a16:creationId xmlns:a16="http://schemas.microsoft.com/office/drawing/2014/main" id="{C533475C-3097-CB31-8340-97E50EB2D8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37" t="19308"/>
          <a:stretch>
            <a:fillRect/>
          </a:stretch>
        </p:blipFill>
        <p:spPr bwMode="auto">
          <a:xfrm>
            <a:off x="2638241" y="1809465"/>
            <a:ext cx="2844902" cy="1168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ديوان وزارة الداخلية">
            <a:extLst>
              <a:ext uri="{FF2B5EF4-FFF2-40B4-BE49-F238E27FC236}">
                <a16:creationId xmlns:a16="http://schemas.microsoft.com/office/drawing/2014/main" id="{0F165E09-6D01-BEFA-CC00-FCF698C9A6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19" t="4812" r="1816" b="17553"/>
          <a:stretch>
            <a:fillRect/>
          </a:stretch>
        </p:blipFill>
        <p:spPr bwMode="auto">
          <a:xfrm>
            <a:off x="10287000" y="3455729"/>
            <a:ext cx="1905000" cy="1323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الهيئة العامة لعقارات الدولة">
            <a:extLst>
              <a:ext uri="{FF2B5EF4-FFF2-40B4-BE49-F238E27FC236}">
                <a16:creationId xmlns:a16="http://schemas.microsoft.com/office/drawing/2014/main" id="{3C8E72D4-90E3-0D56-64DA-7D050BBA0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1622" y="3087021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بنك التصدير والاستيراد السعودي يعتمد إستراتيجيته المؤسسية">
            <a:extLst>
              <a:ext uri="{FF2B5EF4-FFF2-40B4-BE49-F238E27FC236}">
                <a16:creationId xmlns:a16="http://schemas.microsoft.com/office/drawing/2014/main" id="{0247953B-C70F-A8AC-052B-8C8804A59B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26" t="6735" r="9118" b="12466"/>
          <a:stretch>
            <a:fillRect/>
          </a:stretch>
        </p:blipFill>
        <p:spPr bwMode="auto">
          <a:xfrm>
            <a:off x="5145120" y="3410361"/>
            <a:ext cx="2729880" cy="1085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الأمن البيئي يضبط مخالفين لأنظمة الصيد داخل محميات">
            <a:extLst>
              <a:ext uri="{FF2B5EF4-FFF2-40B4-BE49-F238E27FC236}">
                <a16:creationId xmlns:a16="http://schemas.microsoft.com/office/drawing/2014/main" id="{EE711637-EBC6-2CAD-DFDB-1DDB4D66C6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7277" y="3115596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‪Mobasher Auctions - YouTube‬‏">
            <a:extLst>
              <a:ext uri="{FF2B5EF4-FFF2-40B4-BE49-F238E27FC236}">
                <a16:creationId xmlns:a16="http://schemas.microsoft.com/office/drawing/2014/main" id="{157E83D5-64F7-7AB7-84DA-229AE1228F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6" t="3039" b="23611"/>
          <a:stretch>
            <a:fillRect/>
          </a:stretch>
        </p:blipFill>
        <p:spPr bwMode="auto">
          <a:xfrm>
            <a:off x="7824552" y="4848372"/>
            <a:ext cx="2072070" cy="1571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‪موتري لمزادات السيارات - MOOTERY AUCTIONS For car auction‬‏">
            <a:extLst>
              <a:ext uri="{FF2B5EF4-FFF2-40B4-BE49-F238E27FC236}">
                <a16:creationId xmlns:a16="http://schemas.microsoft.com/office/drawing/2014/main" id="{5C6DE663-EAC8-54CE-9C07-9A2B2A22D2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888" b="26385"/>
          <a:stretch>
            <a:fillRect/>
          </a:stretch>
        </p:blipFill>
        <p:spPr bwMode="auto">
          <a:xfrm>
            <a:off x="9899698" y="5145007"/>
            <a:ext cx="2143125" cy="978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‫شركة بدجت لتأجير السيارات - Blue Pages‬‎">
            <a:extLst>
              <a:ext uri="{FF2B5EF4-FFF2-40B4-BE49-F238E27FC236}">
                <a16:creationId xmlns:a16="http://schemas.microsoft.com/office/drawing/2014/main" id="{E0CD67B5-7424-EEBD-804B-AC8699D5FA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937" y="4515025"/>
            <a:ext cx="2343150" cy="195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‪Afla Alrayes (@aflaa_sa) / Posts / X‬‏">
            <a:extLst>
              <a:ext uri="{FF2B5EF4-FFF2-40B4-BE49-F238E27FC236}">
                <a16:creationId xmlns:a16="http://schemas.microsoft.com/office/drawing/2014/main" id="{6BBA6D07-D68C-37AE-F091-115A4B6C6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2378" y="4417877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‪شركة-الخدمات-الراقية-للحراسات-الأمنية – Saudi Food Bank‬‏">
            <a:extLst>
              <a:ext uri="{FF2B5EF4-FFF2-40B4-BE49-F238E27FC236}">
                <a16:creationId xmlns:a16="http://schemas.microsoft.com/office/drawing/2014/main" id="{475BF3BC-CC68-200A-183F-13CD409FB2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7" t="4552" r="2311" b="5014"/>
          <a:stretch>
            <a:fillRect/>
          </a:stretch>
        </p:blipFill>
        <p:spPr bwMode="auto">
          <a:xfrm>
            <a:off x="675921" y="3158821"/>
            <a:ext cx="1831130" cy="1486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‪AMNCO | LinkedIn‬‏">
            <a:extLst>
              <a:ext uri="{FF2B5EF4-FFF2-40B4-BE49-F238E27FC236}">
                <a16:creationId xmlns:a16="http://schemas.microsoft.com/office/drawing/2014/main" id="{A6896D11-ECD7-1CF3-7FC1-C7C2236FBA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6" t="10417" b="11397"/>
          <a:stretch>
            <a:fillRect/>
          </a:stretch>
        </p:blipFill>
        <p:spPr bwMode="auto">
          <a:xfrm>
            <a:off x="629861" y="4890140"/>
            <a:ext cx="1784866" cy="1489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 descr="المديرية العامة للجوازات - ويكيبيديا">
            <a:extLst>
              <a:ext uri="{FF2B5EF4-FFF2-40B4-BE49-F238E27FC236}">
                <a16:creationId xmlns:a16="http://schemas.microsoft.com/office/drawing/2014/main" id="{431F7651-7E22-1B42-3B34-4E41D4BE1F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7" t="6156" r="4847" b="4514"/>
          <a:stretch>
            <a:fillRect/>
          </a:stretch>
        </p:blipFill>
        <p:spPr bwMode="auto">
          <a:xfrm>
            <a:off x="675921" y="1520879"/>
            <a:ext cx="1738806" cy="1590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3524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>
            <a:extLst>
              <a:ext uri="{FF2B5EF4-FFF2-40B4-BE49-F238E27FC236}">
                <a16:creationId xmlns:a16="http://schemas.microsoft.com/office/drawing/2014/main" id="{1D39BA08-BBBE-2F50-54B1-A8BCFFAC9978}"/>
              </a:ext>
            </a:extLst>
          </p:cNvPr>
          <p:cNvSpPr txBox="1"/>
          <p:nvPr/>
        </p:nvSpPr>
        <p:spPr>
          <a:xfrm>
            <a:off x="3047202" y="1581572"/>
            <a:ext cx="6097604" cy="584775"/>
          </a:xfrm>
          <a:prstGeom prst="rect">
            <a:avLst/>
          </a:prstGeom>
          <a:noFill/>
        </p:spPr>
        <p:style>
          <a:lnRef idx="0">
            <a:schemeClr val="dk1"/>
          </a:lnRef>
          <a:fillRef idx="1003">
            <a:schemeClr val="lt2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ar-SA" sz="3200" b="1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إدارة أسطولك بذكاء مع أسس</a:t>
            </a:r>
          </a:p>
        </p:txBody>
      </p:sp>
      <p:sp>
        <p:nvSpPr>
          <p:cNvPr id="40" name="مربع نص 39">
            <a:extLst>
              <a:ext uri="{FF2B5EF4-FFF2-40B4-BE49-F238E27FC236}">
                <a16:creationId xmlns:a16="http://schemas.microsoft.com/office/drawing/2014/main" id="{FAB29A97-0202-86BF-5FE7-533506B72315}"/>
              </a:ext>
            </a:extLst>
          </p:cNvPr>
          <p:cNvSpPr txBox="1"/>
          <p:nvPr/>
        </p:nvSpPr>
        <p:spPr>
          <a:xfrm>
            <a:off x="1819111" y="3487448"/>
            <a:ext cx="6530411" cy="2225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Low">
              <a:lnSpc>
                <a:spcPct val="200000"/>
              </a:lnSpc>
            </a:pPr>
            <a:r>
              <a:rPr lang="ar-SA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920033195 </a:t>
            </a:r>
            <a:r>
              <a:rPr lang="en-US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         </a:t>
            </a:r>
            <a:endParaRPr lang="ar-SA" dirty="0">
              <a:solidFill>
                <a:srgbClr val="7030A0"/>
              </a:solidFill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  <a:p>
            <a:pPr algn="justLow">
              <a:lnSpc>
                <a:spcPct val="200000"/>
              </a:lnSpc>
            </a:pPr>
            <a:r>
              <a:rPr lang="ar-SA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0115202152</a:t>
            </a:r>
          </a:p>
          <a:p>
            <a:pPr algn="justLow">
              <a:lnSpc>
                <a:spcPct val="200000"/>
              </a:lnSpc>
            </a:pPr>
            <a:r>
              <a:rPr lang="en-US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SA@osas.sa</a:t>
            </a:r>
            <a:endParaRPr lang="ar-SA" dirty="0">
              <a:solidFill>
                <a:srgbClr val="7030A0"/>
              </a:solidFill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  <a:p>
            <a:pPr algn="justLow">
              <a:lnSpc>
                <a:spcPct val="200000"/>
              </a:lnSpc>
            </a:pPr>
            <a:r>
              <a:rPr lang="en-US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 Jeddah – Arabia Saudi</a:t>
            </a:r>
            <a:r>
              <a:rPr lang="ar-SA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المملكة العربية السعودية – جدة</a:t>
            </a:r>
            <a:endParaRPr lang="en-US" dirty="0">
              <a:solidFill>
                <a:srgbClr val="7030A0"/>
              </a:solidFill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</p:txBody>
      </p:sp>
      <p:pic>
        <p:nvPicPr>
          <p:cNvPr id="42" name="صورة 41" descr="صورة تحتوي على رمز, الرسومات, قصاصة فنية, دائرة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C3C9665F-FD4A-B323-51E1-BBC6F698584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encil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356" y="3664316"/>
            <a:ext cx="374755" cy="374755"/>
          </a:xfrm>
          <a:prstGeom prst="rect">
            <a:avLst/>
          </a:prstGeom>
        </p:spPr>
      </p:pic>
      <p:pic>
        <p:nvPicPr>
          <p:cNvPr id="44" name="صورة 43" descr="صورة تحتوي على شعار, الرسومات, رمز, التصميم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194DCF67-6DD6-CA68-F37B-D8CE19310448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812" y="3743809"/>
            <a:ext cx="264016" cy="264016"/>
          </a:xfrm>
          <a:prstGeom prst="rect">
            <a:avLst/>
          </a:prstGeom>
        </p:spPr>
      </p:pic>
      <p:pic>
        <p:nvPicPr>
          <p:cNvPr id="45" name="صورة 44" descr="صورة تحتوي على شعار, الرسومات, رمز, التصميم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544968EF-AF8D-FD79-DB2A-433D16D99F2B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359" y="4316373"/>
            <a:ext cx="264016" cy="264016"/>
          </a:xfrm>
          <a:prstGeom prst="rect">
            <a:avLst/>
          </a:prstGeom>
        </p:spPr>
      </p:pic>
      <p:pic>
        <p:nvPicPr>
          <p:cNvPr id="47" name="صورة 46" descr="صورة تحتوي على رسم, الرسومات, رمز, أبيض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5818FFEE-08E1-A461-6711-E147BBCBFC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497" y="4692883"/>
            <a:ext cx="496464" cy="496464"/>
          </a:xfrm>
          <a:prstGeom prst="rect">
            <a:avLst/>
          </a:prstGeom>
        </p:spPr>
      </p:pic>
      <p:pic>
        <p:nvPicPr>
          <p:cNvPr id="49" name="صورة 48">
            <a:extLst>
              <a:ext uri="{FF2B5EF4-FFF2-40B4-BE49-F238E27FC236}">
                <a16:creationId xmlns:a16="http://schemas.microsoft.com/office/drawing/2014/main" id="{E574784D-D9A2-F173-AFF9-5A7782E81A6C}"/>
              </a:ext>
            </a:extLst>
          </p:cNvPr>
          <p:cNvPicPr>
            <a:picLocks noChangeAspect="1"/>
          </p:cNvPicPr>
          <p:nvPr/>
        </p:nvPicPr>
        <p:blipFill>
          <a:blip r:embed="rId9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621" y="5301268"/>
            <a:ext cx="374755" cy="374755"/>
          </a:xfrm>
          <a:prstGeom prst="rect">
            <a:avLst/>
          </a:prstGeom>
        </p:spPr>
      </p:pic>
      <p:pic>
        <p:nvPicPr>
          <p:cNvPr id="53" name="صورة 52" descr="صورة تحتوي على أرجواني, شكل, الرسومات, ميدان/ مربع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205F866F-B6F5-A5F4-E7C1-F5E17EFF2BE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4278" y="3702578"/>
            <a:ext cx="1795671" cy="1795671"/>
          </a:xfrm>
          <a:prstGeom prst="rect">
            <a:avLst/>
          </a:prstGeom>
        </p:spPr>
      </p:pic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C5591276-0470-27E0-E8AC-AEFA7680B379}"/>
              </a:ext>
            </a:extLst>
          </p:cNvPr>
          <p:cNvGrpSpPr/>
          <p:nvPr/>
        </p:nvGrpSpPr>
        <p:grpSpPr>
          <a:xfrm>
            <a:off x="0" y="114276"/>
            <a:ext cx="690490" cy="6572004"/>
            <a:chOff x="0" y="114276"/>
            <a:chExt cx="690490" cy="6572004"/>
          </a:xfrm>
        </p:grpSpPr>
        <p:pic>
          <p:nvPicPr>
            <p:cNvPr id="20" name="Picture 78">
              <a:extLst>
                <a:ext uri="{FF2B5EF4-FFF2-40B4-BE49-F238E27FC236}">
                  <a16:creationId xmlns:a16="http://schemas.microsoft.com/office/drawing/2014/main" id="{4586835D-192D-6973-C40A-BF819A37C4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14276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78">
              <a:extLst>
                <a:ext uri="{FF2B5EF4-FFF2-40B4-BE49-F238E27FC236}">
                  <a16:creationId xmlns:a16="http://schemas.microsoft.com/office/drawing/2014/main" id="{DEBB3A02-E527-3572-27DA-D2BE048144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90737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78">
              <a:extLst>
                <a:ext uri="{FF2B5EF4-FFF2-40B4-BE49-F238E27FC236}">
                  <a16:creationId xmlns:a16="http://schemas.microsoft.com/office/drawing/2014/main" id="{4907EB98-46E5-9EC3-76E7-56353398DF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90704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78">
              <a:extLst>
                <a:ext uri="{FF2B5EF4-FFF2-40B4-BE49-F238E27FC236}">
                  <a16:creationId xmlns:a16="http://schemas.microsoft.com/office/drawing/2014/main" id="{E00D5600-B6B6-E7FE-E0CA-C299064F7A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35795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78">
              <a:extLst>
                <a:ext uri="{FF2B5EF4-FFF2-40B4-BE49-F238E27FC236}">
                  <a16:creationId xmlns:a16="http://schemas.microsoft.com/office/drawing/2014/main" id="{44911EB7-49DF-66CC-5D7D-5017581062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75221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78">
              <a:extLst>
                <a:ext uri="{FF2B5EF4-FFF2-40B4-BE49-F238E27FC236}">
                  <a16:creationId xmlns:a16="http://schemas.microsoft.com/office/drawing/2014/main" id="{CB10C1DD-D27A-F704-3A3D-B97FCD211B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54531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78">
              <a:extLst>
                <a:ext uri="{FF2B5EF4-FFF2-40B4-BE49-F238E27FC236}">
                  <a16:creationId xmlns:a16="http://schemas.microsoft.com/office/drawing/2014/main" id="{FD7DA0C2-2387-9768-EA18-A04B1C1B83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12864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78">
              <a:extLst>
                <a:ext uri="{FF2B5EF4-FFF2-40B4-BE49-F238E27FC236}">
                  <a16:creationId xmlns:a16="http://schemas.microsoft.com/office/drawing/2014/main" id="{6E83C5E6-9D86-CC69-1162-B2C840864E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99589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78">
              <a:extLst>
                <a:ext uri="{FF2B5EF4-FFF2-40B4-BE49-F238E27FC236}">
                  <a16:creationId xmlns:a16="http://schemas.microsoft.com/office/drawing/2014/main" id="{E5A3D43E-CCBF-6968-64E1-177176D377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379010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78">
              <a:extLst>
                <a:ext uri="{FF2B5EF4-FFF2-40B4-BE49-F238E27FC236}">
                  <a16:creationId xmlns:a16="http://schemas.microsoft.com/office/drawing/2014/main" id="{08B0708E-A5D8-548D-28E1-3AF2488372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17210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78">
              <a:extLst>
                <a:ext uri="{FF2B5EF4-FFF2-40B4-BE49-F238E27FC236}">
                  <a16:creationId xmlns:a16="http://schemas.microsoft.com/office/drawing/2014/main" id="{9E991AA2-E122-35E4-642C-C9367FF757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75543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78">
              <a:extLst>
                <a:ext uri="{FF2B5EF4-FFF2-40B4-BE49-F238E27FC236}">
                  <a16:creationId xmlns:a16="http://schemas.microsoft.com/office/drawing/2014/main" id="{8599E16F-8CC9-F084-0803-717BD1B3F8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62268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78">
              <a:extLst>
                <a:ext uri="{FF2B5EF4-FFF2-40B4-BE49-F238E27FC236}">
                  <a16:creationId xmlns:a16="http://schemas.microsoft.com/office/drawing/2014/main" id="{1054D080-E746-2554-ED03-83B1466959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07326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78">
              <a:extLst>
                <a:ext uri="{FF2B5EF4-FFF2-40B4-BE49-F238E27FC236}">
                  <a16:creationId xmlns:a16="http://schemas.microsoft.com/office/drawing/2014/main" id="{8E1ECE5F-88B3-5EC6-EE0C-AACED2EE91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86636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78">
              <a:extLst>
                <a:ext uri="{FF2B5EF4-FFF2-40B4-BE49-F238E27FC236}">
                  <a16:creationId xmlns:a16="http://schemas.microsoft.com/office/drawing/2014/main" id="{1783C425-00FE-64CF-55AC-5E2D89273F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44969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78">
              <a:extLst>
                <a:ext uri="{FF2B5EF4-FFF2-40B4-BE49-F238E27FC236}">
                  <a16:creationId xmlns:a16="http://schemas.microsoft.com/office/drawing/2014/main" id="{4E3D60FC-D61C-BD2B-50A3-46806556CF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631694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44193556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5040</TotalTime>
  <Words>950</Words>
  <Application>Microsoft Office PowerPoint</Application>
  <PresentationFormat>شاشة عريضة</PresentationFormat>
  <Paragraphs>109</Paragraphs>
  <Slides>16</Slides>
  <Notes>2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6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16</vt:i4>
      </vt:variant>
    </vt:vector>
  </HeadingPairs>
  <TitlesOfParts>
    <vt:vector size="23" baseType="lpstr">
      <vt:lpstr>29LT Azer</vt:lpstr>
      <vt:lpstr>Almohanad long kaf</vt:lpstr>
      <vt:lpstr>Aptos</vt:lpstr>
      <vt:lpstr>Aptos Display</vt:lpstr>
      <vt:lpstr>Arial</vt:lpstr>
      <vt:lpstr>Times New Roman</vt:lpstr>
      <vt:lpstr>نسق Office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nawaf albishri</dc:creator>
  <cp:lastModifiedBy>nawaf albishri</cp:lastModifiedBy>
  <cp:revision>1</cp:revision>
  <dcterms:created xsi:type="dcterms:W3CDTF">2025-11-12T13:59:01Z</dcterms:created>
  <dcterms:modified xsi:type="dcterms:W3CDTF">2026-03-09T00:07:05Z</dcterms:modified>
</cp:coreProperties>
</file>