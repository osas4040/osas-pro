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5"/>
  </p:notesMasterIdLst>
  <p:sldIdLst>
    <p:sldId id="257" r:id="rId2"/>
    <p:sldId id="278" r:id="rId3"/>
    <p:sldId id="280" r:id="rId4"/>
    <p:sldId id="281" r:id="rId5"/>
    <p:sldId id="285" r:id="rId6"/>
    <p:sldId id="286" r:id="rId7"/>
    <p:sldId id="289" r:id="rId8"/>
    <p:sldId id="290" r:id="rId9"/>
    <p:sldId id="288" r:id="rId10"/>
    <p:sldId id="291" r:id="rId11"/>
    <p:sldId id="282" r:id="rId12"/>
    <p:sldId id="283" r:id="rId13"/>
    <p:sldId id="267" r:id="rId14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2DC39-1764-4B67-8961-A7F904A03D99}" v="5" dt="2025-11-25T21:34:50.4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نمط متوسط 2 - تميي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النمط المتوسط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نمط متوسط 2 - تميي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waf albishri" userId="92654b35189b4f29" providerId="LiveId" clId="{D630D456-027F-4EC6-9020-9E481C994EF4}"/>
    <pc:docChg chg="undo custSel addSld delSld modSld sldOrd">
      <pc:chgData name="nawaf albishri" userId="92654b35189b4f29" providerId="LiveId" clId="{D630D456-027F-4EC6-9020-9E481C994EF4}" dt="2025-11-27T21:54:27.073" v="249"/>
      <pc:docMkLst>
        <pc:docMk/>
      </pc:docMkLst>
      <pc:sldChg chg="add">
        <pc:chgData name="nawaf albishri" userId="92654b35189b4f29" providerId="LiveId" clId="{D630D456-027F-4EC6-9020-9E481C994EF4}" dt="2025-11-25T21:34:50.415" v="247"/>
        <pc:sldMkLst>
          <pc:docMk/>
          <pc:sldMk cId="3844193556" sldId="267"/>
        </pc:sldMkLst>
      </pc:sldChg>
      <pc:sldChg chg="addSp delSp modSp mod">
        <pc:chgData name="nawaf albishri" userId="92654b35189b4f29" providerId="LiveId" clId="{D630D456-027F-4EC6-9020-9E481C994EF4}" dt="2025-11-25T21:20:55.551" v="156" actId="1076"/>
        <pc:sldMkLst>
          <pc:docMk/>
          <pc:sldMk cId="303214882" sldId="278"/>
        </pc:sldMkLst>
        <pc:spChg chg="add del mod">
          <ac:chgData name="nawaf albishri" userId="92654b35189b4f29" providerId="LiveId" clId="{D630D456-027F-4EC6-9020-9E481C994EF4}" dt="2025-11-25T21:20:55.551" v="156" actId="1076"/>
          <ac:spMkLst>
            <pc:docMk/>
            <pc:sldMk cId="303214882" sldId="278"/>
            <ac:spMk id="4" creationId="{2AFC8C27-29AE-22D3-688E-DAF376B5FA41}"/>
          </ac:spMkLst>
        </pc:spChg>
      </pc:sldChg>
      <pc:sldChg chg="addSp delSp modSp mod">
        <pc:chgData name="nawaf albishri" userId="92654b35189b4f29" providerId="LiveId" clId="{D630D456-027F-4EC6-9020-9E481C994EF4}" dt="2025-11-25T21:24:54.559" v="180" actId="1440"/>
        <pc:sldMkLst>
          <pc:docMk/>
          <pc:sldMk cId="1413751812" sldId="280"/>
        </pc:sldMkLst>
        <pc:picChg chg="add mod">
          <ac:chgData name="nawaf albishri" userId="92654b35189b4f29" providerId="LiveId" clId="{D630D456-027F-4EC6-9020-9E481C994EF4}" dt="2025-11-25T21:24:54.559" v="180" actId="1440"/>
          <ac:picMkLst>
            <pc:docMk/>
            <pc:sldMk cId="1413751812" sldId="280"/>
            <ac:picMk id="21" creationId="{25F9628A-C3BE-6EFD-BD0F-CB90BC3CFBB2}"/>
          </ac:picMkLst>
        </pc:picChg>
      </pc:sldChg>
      <pc:sldChg chg="addSp modSp mod">
        <pc:chgData name="nawaf albishri" userId="92654b35189b4f29" providerId="LiveId" clId="{D630D456-027F-4EC6-9020-9E481C994EF4}" dt="2025-11-25T20:51:30.567" v="16" actId="14100"/>
        <pc:sldMkLst>
          <pc:docMk/>
          <pc:sldMk cId="1192906171" sldId="281"/>
        </pc:sldMkLst>
        <pc:picChg chg="add mod">
          <ac:chgData name="nawaf albishri" userId="92654b35189b4f29" providerId="LiveId" clId="{D630D456-027F-4EC6-9020-9E481C994EF4}" dt="2025-11-25T20:51:30.567" v="16" actId="14100"/>
          <ac:picMkLst>
            <pc:docMk/>
            <pc:sldMk cId="1192906171" sldId="281"/>
            <ac:picMk id="22" creationId="{1D1A9403-C08B-A616-AF3F-C7BE5D9DD4DD}"/>
          </ac:picMkLst>
        </pc:picChg>
      </pc:sldChg>
      <pc:sldChg chg="addSp delSp modSp mod ord">
        <pc:chgData name="nawaf albishri" userId="92654b35189b4f29" providerId="LiveId" clId="{D630D456-027F-4EC6-9020-9E481C994EF4}" dt="2025-11-27T21:54:27.073" v="249"/>
        <pc:sldMkLst>
          <pc:docMk/>
          <pc:sldMk cId="952309107" sldId="282"/>
        </pc:sldMkLst>
        <pc:graphicFrameChg chg="add mod modGraphic">
          <ac:chgData name="nawaf albishri" userId="92654b35189b4f29" providerId="LiveId" clId="{D630D456-027F-4EC6-9020-9E481C994EF4}" dt="2025-11-25T21:29:39.936" v="199" actId="313"/>
          <ac:graphicFrameMkLst>
            <pc:docMk/>
            <pc:sldMk cId="952309107" sldId="282"/>
            <ac:graphicFrameMk id="4" creationId="{1AD918FC-8143-F325-23F5-1E9C0A47BF0A}"/>
          </ac:graphicFrameMkLst>
        </pc:graphicFrameChg>
      </pc:sldChg>
      <pc:sldChg chg="addSp delSp modSp mod">
        <pc:chgData name="nawaf albishri" userId="92654b35189b4f29" providerId="LiveId" clId="{D630D456-027F-4EC6-9020-9E481C994EF4}" dt="2025-11-25T21:33:29.196" v="242" actId="20577"/>
        <pc:sldMkLst>
          <pc:docMk/>
          <pc:sldMk cId="1020279998" sldId="283"/>
        </pc:sldMkLst>
        <pc:graphicFrameChg chg="add mod modGraphic">
          <ac:chgData name="nawaf albishri" userId="92654b35189b4f29" providerId="LiveId" clId="{D630D456-027F-4EC6-9020-9E481C994EF4}" dt="2025-11-25T21:33:29.196" v="242" actId="20577"/>
          <ac:graphicFrameMkLst>
            <pc:docMk/>
            <pc:sldMk cId="1020279998" sldId="283"/>
            <ac:graphicFrameMk id="4" creationId="{205EC447-E1E1-0E7A-60AC-95A0FD595A23}"/>
          </ac:graphicFrameMkLst>
        </pc:graphicFrameChg>
      </pc:sldChg>
      <pc:sldChg chg="addSp delSp modSp add mod">
        <pc:chgData name="nawaf albishri" userId="92654b35189b4f29" providerId="LiveId" clId="{D630D456-027F-4EC6-9020-9E481C994EF4}" dt="2025-11-25T20:53:53.951" v="36" actId="1076"/>
        <pc:sldMkLst>
          <pc:docMk/>
          <pc:sldMk cId="3666733158" sldId="285"/>
        </pc:sldMkLst>
        <pc:spChg chg="mod">
          <ac:chgData name="nawaf albishri" userId="92654b35189b4f29" providerId="LiveId" clId="{D630D456-027F-4EC6-9020-9E481C994EF4}" dt="2025-11-25T20:53:33.472" v="31" actId="20577"/>
          <ac:spMkLst>
            <pc:docMk/>
            <pc:sldMk cId="3666733158" sldId="285"/>
            <ac:spMk id="4" creationId="{B6838B3F-1690-0F9F-0E6B-EC8EA1817911}"/>
          </ac:spMkLst>
        </pc:spChg>
        <pc:picChg chg="add mod">
          <ac:chgData name="nawaf albishri" userId="92654b35189b4f29" providerId="LiveId" clId="{D630D456-027F-4EC6-9020-9E481C994EF4}" dt="2025-11-25T20:53:53.951" v="36" actId="1076"/>
          <ac:picMkLst>
            <pc:docMk/>
            <pc:sldMk cId="3666733158" sldId="285"/>
            <ac:picMk id="23" creationId="{9DADFDF0-F1A5-B7A5-5546-007AFDD5A6E1}"/>
          </ac:picMkLst>
        </pc:picChg>
      </pc:sldChg>
      <pc:sldChg chg="addSp delSp modSp add mod">
        <pc:chgData name="nawaf albishri" userId="92654b35189b4f29" providerId="LiveId" clId="{D630D456-027F-4EC6-9020-9E481C994EF4}" dt="2025-11-25T20:58:49.149" v="74" actId="14100"/>
        <pc:sldMkLst>
          <pc:docMk/>
          <pc:sldMk cId="2773070913" sldId="286"/>
        </pc:sldMkLst>
        <pc:spChg chg="mod">
          <ac:chgData name="nawaf albishri" userId="92654b35189b4f29" providerId="LiveId" clId="{D630D456-027F-4EC6-9020-9E481C994EF4}" dt="2025-11-25T20:54:23.780" v="68" actId="20577"/>
          <ac:spMkLst>
            <pc:docMk/>
            <pc:sldMk cId="2773070913" sldId="286"/>
            <ac:spMk id="4" creationId="{719DB056-86C9-A20E-F5FF-3F8B2AFF8E48}"/>
          </ac:spMkLst>
        </pc:spChg>
        <pc:picChg chg="add mod">
          <ac:chgData name="nawaf albishri" userId="92654b35189b4f29" providerId="LiveId" clId="{D630D456-027F-4EC6-9020-9E481C994EF4}" dt="2025-11-25T20:58:49.149" v="74" actId="14100"/>
          <ac:picMkLst>
            <pc:docMk/>
            <pc:sldMk cId="2773070913" sldId="286"/>
            <ac:picMk id="23" creationId="{0EEF5C1B-EC56-3F59-DE5D-837D083B3279}"/>
          </ac:picMkLst>
        </pc:picChg>
      </pc:sldChg>
      <pc:sldChg chg="addSp delSp modSp add mod">
        <pc:chgData name="nawaf albishri" userId="92654b35189b4f29" providerId="LiveId" clId="{D630D456-027F-4EC6-9020-9E481C994EF4}" dt="2025-11-25T21:18:21.667" v="124" actId="1076"/>
        <pc:sldMkLst>
          <pc:docMk/>
          <pc:sldMk cId="3655042826" sldId="288"/>
        </pc:sldMkLst>
        <pc:spChg chg="mod">
          <ac:chgData name="nawaf albishri" userId="92654b35189b4f29" providerId="LiveId" clId="{D630D456-027F-4EC6-9020-9E481C994EF4}" dt="2025-11-25T21:17:54.252" v="119" actId="20577"/>
          <ac:spMkLst>
            <pc:docMk/>
            <pc:sldMk cId="3655042826" sldId="288"/>
            <ac:spMk id="4" creationId="{6CB6425C-DD24-02F5-2C54-4CEB47462B3C}"/>
          </ac:spMkLst>
        </pc:spChg>
        <pc:picChg chg="add mod modCrop">
          <ac:chgData name="nawaf albishri" userId="92654b35189b4f29" providerId="LiveId" clId="{D630D456-027F-4EC6-9020-9E481C994EF4}" dt="2025-11-25T21:18:21.667" v="124" actId="1076"/>
          <ac:picMkLst>
            <pc:docMk/>
            <pc:sldMk cId="3655042826" sldId="288"/>
            <ac:picMk id="23" creationId="{75CC6E1C-C67D-1E3B-DE1E-2D2E22E28736}"/>
          </ac:picMkLst>
        </pc:picChg>
      </pc:sldChg>
      <pc:sldChg chg="addSp delSp modSp add mod">
        <pc:chgData name="nawaf albishri" userId="92654b35189b4f29" providerId="LiveId" clId="{D630D456-027F-4EC6-9020-9E481C994EF4}" dt="2025-11-25T21:00:38.509" v="83" actId="14100"/>
        <pc:sldMkLst>
          <pc:docMk/>
          <pc:sldMk cId="1984167776" sldId="289"/>
        </pc:sldMkLst>
        <pc:picChg chg="add mod">
          <ac:chgData name="nawaf albishri" userId="92654b35189b4f29" providerId="LiveId" clId="{D630D456-027F-4EC6-9020-9E481C994EF4}" dt="2025-11-25T21:00:38.509" v="83" actId="14100"/>
          <ac:picMkLst>
            <pc:docMk/>
            <pc:sldMk cId="1984167776" sldId="289"/>
            <ac:picMk id="22" creationId="{281CC31C-45A5-C313-2A62-87569A754B91}"/>
          </ac:picMkLst>
        </pc:picChg>
      </pc:sldChg>
      <pc:sldChg chg="addSp delSp modSp add mod">
        <pc:chgData name="nawaf albishri" userId="92654b35189b4f29" providerId="LiveId" clId="{D630D456-027F-4EC6-9020-9E481C994EF4}" dt="2025-11-25T21:17:04.930" v="95" actId="14100"/>
        <pc:sldMkLst>
          <pc:docMk/>
          <pc:sldMk cId="2681134881" sldId="290"/>
        </pc:sldMkLst>
        <pc:picChg chg="add mod">
          <ac:chgData name="nawaf albishri" userId="92654b35189b4f29" providerId="LiveId" clId="{D630D456-027F-4EC6-9020-9E481C994EF4}" dt="2025-11-25T21:17:04.930" v="95" actId="14100"/>
          <ac:picMkLst>
            <pc:docMk/>
            <pc:sldMk cId="2681134881" sldId="290"/>
            <ac:picMk id="26" creationId="{56AFD3D3-D996-7A68-F87A-F4FFA535B8D0}"/>
          </ac:picMkLst>
        </pc:picChg>
      </pc:sldChg>
      <pc:sldChg chg="addSp delSp modSp add mod">
        <pc:chgData name="nawaf albishri" userId="92654b35189b4f29" providerId="LiveId" clId="{D630D456-027F-4EC6-9020-9E481C994EF4}" dt="2025-11-25T21:20:04.747" v="147" actId="14100"/>
        <pc:sldMkLst>
          <pc:docMk/>
          <pc:sldMk cId="2609295854" sldId="291"/>
        </pc:sldMkLst>
        <pc:spChg chg="mod">
          <ac:chgData name="nawaf albishri" userId="92654b35189b4f29" providerId="LiveId" clId="{D630D456-027F-4EC6-9020-9E481C994EF4}" dt="2025-11-25T21:19:06.251" v="142" actId="20577"/>
          <ac:spMkLst>
            <pc:docMk/>
            <pc:sldMk cId="2609295854" sldId="291"/>
            <ac:spMk id="4" creationId="{BF609466-662F-883D-8CCF-AE6CA4C4565C}"/>
          </ac:spMkLst>
        </pc:spChg>
        <pc:picChg chg="add mod">
          <ac:chgData name="nawaf albishri" userId="92654b35189b4f29" providerId="LiveId" clId="{D630D456-027F-4EC6-9020-9E481C994EF4}" dt="2025-11-25T21:20:04.747" v="147" actId="14100"/>
          <ac:picMkLst>
            <pc:docMk/>
            <pc:sldMk cId="2609295854" sldId="291"/>
            <ac:picMk id="24" creationId="{813CA9A0-90CE-D4B4-FBA1-E82306A2B08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3B1FF81-AF85-4242-A68E-47C3175AAA22}" type="datetimeFigureOut">
              <a:rPr lang="ar-SA" smtClean="0"/>
              <a:t>08/06/47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EC366D9D-4428-48F6-A2F1-F24310018B1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5199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ar-SA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7FE83D-C1B2-4312-A66B-D01997718AC5}" type="slidenum">
              <a:rPr lang="ar-SA" smtClean="0"/>
              <a:t>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11853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C04BBE9-9722-A00B-6AC6-418567E78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6037BAAC-04C3-D85A-C785-F12A12DF7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6D49EF8-C285-0E75-9ED6-87BF476FA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08/06/47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B5E63D7-3DDD-ADCD-10F9-036F019C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1A461AC-4225-366B-A6EA-3029577F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2111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8B62A9E-BEA9-28F3-CB19-31BD1147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3A261DA-5A1C-F4AF-6845-20894F719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55D8887-6539-6975-E59F-EC190D468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08/06/47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9FAE068-3708-3E45-32AA-372BA8B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E090043-5909-59AC-DA95-AFAAC574C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4748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A6B79C5-FF79-1F96-B650-F080125BB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3CD02D81-CFB3-EF3B-9E37-DB9A09111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493D211-EB96-8489-C0AC-7CC327919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08/06/47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2AC6595-87C2-C20E-660E-26389A2E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CF1E5A8-4B62-EB15-CB0B-F509486F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5388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74C1A5D-F260-DEB7-0D6E-35B213B0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A301F73-60AB-6C1C-17F6-1899C2890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0B4515BB-ABE6-4C74-E936-624E5E290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F5E60FD6-5A95-3010-AD04-D364E8E2B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08/06/47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A37F0DDA-545B-1D78-A50F-9B5D32891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41E38284-0412-E402-6D9E-1D6CE121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7794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9200CC2-4F88-7C8E-5EA2-7DEFB0B7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7E12D7CA-E222-A233-6B8C-C92BA88FF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95E35F7D-6217-F610-6279-DFFDE82C6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F47258A1-F995-0915-BFEB-0CABBA6FA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EF508810-D684-9565-D49A-9E42D8CE6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4B2C70E3-3D7A-485A-489C-2DCC1B077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08/06/47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C59D87C0-000F-B945-F6AA-EC224B1B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7522D137-8E6C-8121-05C2-1BD22090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33783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346C1F3-9A9D-73ED-E7A9-0901183DB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DCBEDCC9-A681-5EE3-4654-1A0104F3B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08/06/47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C90492FC-532F-2B1C-278C-6216C3FA4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9F923472-573F-FBBB-6058-76856BE5A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83546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472794FE-C1CA-C321-2FBC-9D4A172B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08/06/47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9F2F490B-0E81-8F97-FD8A-4CFD815A8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C013C376-5B45-C05A-AF38-9AFF5568C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7684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39FEAA9-BF71-A126-2C92-B6413F6C6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FFFD7B6-36DD-7A83-251B-2B8FF202B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E98B85BA-81EE-95BE-E5BD-E4DDB231C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E6AFA378-E5B6-BFC0-359B-884BB2BB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08/06/47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D0C31103-C7B8-4D1F-AEDE-9A0E1E1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6BEFF65-312B-96C6-A116-8A236B9C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8025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0D2CECA-B930-02FC-7FC9-859221C56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94CDDB7C-B315-3014-0711-DB2E98C9F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6108FAF-51AD-CFAC-92AA-0188B0247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7C72DEBD-A320-3FD2-50E4-649AAB068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08/06/47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315FA18-332D-0985-F85B-6856A3C31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9AC3A3E-3345-BAD2-9132-01F400EC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94152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FAA688B-4CE7-233A-18BB-D0E5159BF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47999103-2270-21AB-A46F-93ADF0B47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0BBBD68-7265-E09C-2172-1563AADE4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08/06/47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381A6D7-F705-72C2-3D81-739817AB0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99ED00D-9222-9B81-5A46-126C06BA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8796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E3EDECBB-2D5D-F068-8657-773F12367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C07D054-2CBF-75A2-1D28-33125F54D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0B8CCCF-FD50-5E5E-8BCD-153AD572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08/06/47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C1E5ED7-B1A0-C0F9-57C9-DD52C6F1A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65512B7E-0EC8-0F74-4525-F7D24ED8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38333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24097EC7-5214-F152-FFB1-1507A8CA2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EFAE567A-1619-DD27-D67A-CD0EFD128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B2AEA93-3947-3B81-04E2-FA50F888B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021D1-4CF4-4308-95A1-1B55DD4987D4}" type="datetimeFigureOut">
              <a:rPr lang="ar-SA" smtClean="0"/>
              <a:t>08/06/47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437C4B9-F5FB-649E-C72F-F6B2E0081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383E3D7-3EED-17AC-EF15-8F6F6EE1E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0613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hyperlink" Target="mailto:NAWAF@osas.sa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microsoft.com/office/2007/relationships/hdphoto" Target="../media/hdphoto1.wdp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 descr="صورة تحتوي على الخط, شعار, الرسومات, نص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9B53BB48-9602-0DB6-E4B8-16D2A6F5F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991" y="6"/>
            <a:ext cx="2066925" cy="2066925"/>
          </a:xfrm>
          <a:prstGeom prst="rect">
            <a:avLst/>
          </a:prstGeom>
        </p:spPr>
      </p:pic>
      <p:sp>
        <p:nvSpPr>
          <p:cNvPr id="10" name="Rectangle 79">
            <a:extLst>
              <a:ext uri="{FF2B5EF4-FFF2-40B4-BE49-F238E27FC236}">
                <a16:creationId xmlns:a16="http://schemas.microsoft.com/office/drawing/2014/main" id="{D8B914C6-B2D1-1684-53FE-F23022FB2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13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sp>
        <p:nvSpPr>
          <p:cNvPr id="11" name="Rectangle 80">
            <a:extLst>
              <a:ext uri="{FF2B5EF4-FFF2-40B4-BE49-F238E27FC236}">
                <a16:creationId xmlns:a16="http://schemas.microsoft.com/office/drawing/2014/main" id="{9E0C3696-7420-3335-2C8C-D8873F43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375869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sp>
        <p:nvSpPr>
          <p:cNvPr id="13" name="Rectangle 100">
            <a:extLst>
              <a:ext uri="{FF2B5EF4-FFF2-40B4-BE49-F238E27FC236}">
                <a16:creationId xmlns:a16="http://schemas.microsoft.com/office/drawing/2014/main" id="{CB6B29AC-79A4-E877-85CB-6549EF397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7115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958F14ED-8B6B-9FE3-3365-A2EC1EA56ED9}"/>
              </a:ext>
            </a:extLst>
          </p:cNvPr>
          <p:cNvSpPr txBox="1"/>
          <p:nvPr/>
        </p:nvSpPr>
        <p:spPr>
          <a:xfrm>
            <a:off x="1714106" y="2038186"/>
            <a:ext cx="9039225" cy="20055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06000"/>
              </a:lnSpc>
              <a:spcAft>
                <a:spcPts val="800"/>
              </a:spcAft>
              <a:buNone/>
            </a:pPr>
            <a:r>
              <a:rPr lang="ar-SA" sz="1400" b="1" kern="12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العرض</a:t>
            </a:r>
            <a:r>
              <a:rPr lang="ar-SA" sz="1400" b="1" kern="1200" dirty="0">
                <a:solidFill>
                  <a:srgbClr val="40404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 </a:t>
            </a:r>
            <a:r>
              <a:rPr lang="ar-SA" sz="1400" b="1" kern="12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الفني</a:t>
            </a:r>
            <a:r>
              <a:rPr lang="ar-SA" sz="1400" kern="12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 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>
              <a:lnSpc>
                <a:spcPct val="106000"/>
              </a:lnSpc>
              <a:spcAft>
                <a:spcPts val="800"/>
              </a:spcAft>
              <a:buNone/>
            </a:pPr>
            <a:r>
              <a:rPr lang="ar-SA" sz="4400" kern="12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 </a:t>
            </a:r>
            <a:endParaRPr lang="en-US" sz="4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>
              <a:lnSpc>
                <a:spcPct val="106000"/>
              </a:lnSpc>
              <a:spcAft>
                <a:spcPts val="800"/>
              </a:spcAft>
              <a:buNone/>
            </a:pPr>
            <a:r>
              <a:rPr lang="ar-SA" sz="1400" kern="12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لمشروع منافسة تأمين وتوريد غيار الزيوت ومشتقاتها وغسيل السيارات الخاصة بقوات أمن المنشآت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7030A0"/>
              </a:solidFill>
              <a:latin typeface="Aptos" panose="020B0004020202020204" pitchFamily="34" charset="0"/>
              <a:cs typeface="Almohanad long kaf" panose="02020603020101020101" pitchFamily="18" charset="0"/>
            </a:endParaRPr>
          </a:p>
        </p:txBody>
      </p:sp>
      <p:sp>
        <p:nvSpPr>
          <p:cNvPr id="24" name="مربع نص 161">
            <a:extLst>
              <a:ext uri="{FF2B5EF4-FFF2-40B4-BE49-F238E27FC236}">
                <a16:creationId xmlns:a16="http://schemas.microsoft.com/office/drawing/2014/main" id="{B12E3974-8A65-3D07-036E-4FC54AF21320}"/>
              </a:ext>
            </a:extLst>
          </p:cNvPr>
          <p:cNvSpPr txBox="1"/>
          <p:nvPr/>
        </p:nvSpPr>
        <p:spPr>
          <a:xfrm flipH="1">
            <a:off x="2414910" y="4225295"/>
            <a:ext cx="7114540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685800" tIns="0" rIns="160020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1">
              <a:buNone/>
            </a:pPr>
            <a:r>
              <a:rPr lang="ar-SA" sz="1200">
                <a:solidFill>
                  <a:srgbClr val="7030A0"/>
                </a:solidFill>
                <a:ea typeface="Times New Roman" panose="02020603050405020304" pitchFamily="18" charset="0"/>
                <a:cs typeface="Almohanad long kaf" panose="02020603020101020101" pitchFamily="18" charset="0"/>
              </a:rPr>
              <a:t>     </a:t>
            </a:r>
            <a:endParaRPr lang="en-US" sz="1100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5" name="مربع نص 161">
            <a:extLst>
              <a:ext uri="{FF2B5EF4-FFF2-40B4-BE49-F238E27FC236}">
                <a16:creationId xmlns:a16="http://schemas.microsoft.com/office/drawing/2014/main" id="{9DB070C0-AC78-744D-5232-4B858A93EC90}"/>
              </a:ext>
            </a:extLst>
          </p:cNvPr>
          <p:cNvSpPr txBox="1"/>
          <p:nvPr/>
        </p:nvSpPr>
        <p:spPr>
          <a:xfrm flipH="1">
            <a:off x="2414910" y="4632647"/>
            <a:ext cx="7114540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685800" tIns="0" rIns="160020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1">
              <a:buNone/>
            </a:pPr>
            <a:r>
              <a:rPr lang="ar-SA" sz="1200" dirty="0">
                <a:solidFill>
                  <a:srgbClr val="7030A0"/>
                </a:solidFill>
                <a:ea typeface="Times New Roman" panose="02020603050405020304" pitchFamily="18" charset="0"/>
                <a:cs typeface="Almohanad long kaf" panose="02020603020101020101" pitchFamily="18" charset="0"/>
              </a:rPr>
              <a:t>     </a:t>
            </a:r>
            <a:endParaRPr lang="en-US" sz="1100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6" name="Rectangle 113">
            <a:extLst>
              <a:ext uri="{FF2B5EF4-FFF2-40B4-BE49-F238E27FC236}">
                <a16:creationId xmlns:a16="http://schemas.microsoft.com/office/drawing/2014/main" id="{6A7D653C-DC72-4B46-EAB7-46A721CEE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7270" y="43939"/>
            <a:ext cx="1847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54" eaLnBrk="0" fontAlgn="base" hangingPunct="0">
              <a:spcBef>
                <a:spcPct val="0"/>
              </a:spcBef>
              <a:spcAft>
                <a:spcPct val="0"/>
              </a:spcAft>
            </a:pPr>
            <a:endParaRPr lang="ar-SA" altLang="ar-S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مربع نص 26">
            <a:extLst>
              <a:ext uri="{FF2B5EF4-FFF2-40B4-BE49-F238E27FC236}">
                <a16:creationId xmlns:a16="http://schemas.microsoft.com/office/drawing/2014/main" id="{C50417CA-8E40-DB0C-8D4E-7C7FFB273739}"/>
              </a:ext>
            </a:extLst>
          </p:cNvPr>
          <p:cNvSpPr txBox="1"/>
          <p:nvPr/>
        </p:nvSpPr>
        <p:spPr>
          <a:xfrm>
            <a:off x="1726319" y="4033615"/>
            <a:ext cx="41791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altLang="ar-SA" dirty="0">
                <a:solidFill>
                  <a:srgbClr val="7030A0"/>
                </a:solidFill>
                <a:latin typeface="Almohanad long kaf" panose="02020603020101020101" pitchFamily="18" charset="0"/>
                <a:ea typeface="Times New Roman" panose="02020603050405020304" pitchFamily="18" charset="0"/>
                <a:cs typeface="Almohanad long kaf" panose="02020603020101020101" pitchFamily="18" charset="0"/>
              </a:rPr>
              <a:t>نرتقي بإدارة أسطولكم إلى مستوى استثنائي</a:t>
            </a:r>
            <a:endParaRPr lang="ar-SA" altLang="ar-SA" sz="2800" dirty="0">
              <a:latin typeface="Arial" panose="020B0604020202020204" pitchFamily="34" charset="0"/>
            </a:endParaRPr>
          </a:p>
          <a:p>
            <a:endParaRPr lang="ar-SA" dirty="0"/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0DBB4EE3-408C-00CC-ACA5-5DECA2D483DB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1102" name="Picture 78">
              <a:extLst>
                <a:ext uri="{FF2B5EF4-FFF2-40B4-BE49-F238E27FC236}">
                  <a16:creationId xmlns:a16="http://schemas.microsoft.com/office/drawing/2014/main" id="{2F39D1D2-95FC-BDA7-F0ED-399C20E69A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78">
              <a:extLst>
                <a:ext uri="{FF2B5EF4-FFF2-40B4-BE49-F238E27FC236}">
                  <a16:creationId xmlns:a16="http://schemas.microsoft.com/office/drawing/2014/main" id="{8F7098D7-8008-8A51-FB0F-1F70C66BE3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78">
              <a:extLst>
                <a:ext uri="{FF2B5EF4-FFF2-40B4-BE49-F238E27FC236}">
                  <a16:creationId xmlns:a16="http://schemas.microsoft.com/office/drawing/2014/main" id="{ACBC67F9-D250-D1CF-E124-E712B0FBB7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78">
              <a:extLst>
                <a:ext uri="{FF2B5EF4-FFF2-40B4-BE49-F238E27FC236}">
                  <a16:creationId xmlns:a16="http://schemas.microsoft.com/office/drawing/2014/main" id="{D4B97E8A-311B-2E4C-59CB-65C4334C21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78">
              <a:extLst>
                <a:ext uri="{FF2B5EF4-FFF2-40B4-BE49-F238E27FC236}">
                  <a16:creationId xmlns:a16="http://schemas.microsoft.com/office/drawing/2014/main" id="{BE71685E-3347-5335-0615-AB772250CA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78">
              <a:extLst>
                <a:ext uri="{FF2B5EF4-FFF2-40B4-BE49-F238E27FC236}">
                  <a16:creationId xmlns:a16="http://schemas.microsoft.com/office/drawing/2014/main" id="{EA2E0247-5979-373C-254C-6962D279DC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78">
              <a:extLst>
                <a:ext uri="{FF2B5EF4-FFF2-40B4-BE49-F238E27FC236}">
                  <a16:creationId xmlns:a16="http://schemas.microsoft.com/office/drawing/2014/main" id="{7566AED6-B39C-5308-D18E-7A54A24104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78">
              <a:extLst>
                <a:ext uri="{FF2B5EF4-FFF2-40B4-BE49-F238E27FC236}">
                  <a16:creationId xmlns:a16="http://schemas.microsoft.com/office/drawing/2014/main" id="{B5C86433-32C3-A049-D675-4964A6D4E1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78">
              <a:extLst>
                <a:ext uri="{FF2B5EF4-FFF2-40B4-BE49-F238E27FC236}">
                  <a16:creationId xmlns:a16="http://schemas.microsoft.com/office/drawing/2014/main" id="{FDBA068D-12D2-78C6-40A1-A328074825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78">
              <a:extLst>
                <a:ext uri="{FF2B5EF4-FFF2-40B4-BE49-F238E27FC236}">
                  <a16:creationId xmlns:a16="http://schemas.microsoft.com/office/drawing/2014/main" id="{BF633996-122B-0AEB-739C-F03EEE0F3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78">
              <a:extLst>
                <a:ext uri="{FF2B5EF4-FFF2-40B4-BE49-F238E27FC236}">
                  <a16:creationId xmlns:a16="http://schemas.microsoft.com/office/drawing/2014/main" id="{DF8ED060-1402-020C-D969-86E8F808BF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78">
              <a:extLst>
                <a:ext uri="{FF2B5EF4-FFF2-40B4-BE49-F238E27FC236}">
                  <a16:creationId xmlns:a16="http://schemas.microsoft.com/office/drawing/2014/main" id="{880BA0EA-8AED-E808-D9F4-EF983EFC3C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78">
              <a:extLst>
                <a:ext uri="{FF2B5EF4-FFF2-40B4-BE49-F238E27FC236}">
                  <a16:creationId xmlns:a16="http://schemas.microsoft.com/office/drawing/2014/main" id="{74ED94AC-0529-4280-08A3-A48DA8F1DF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78">
              <a:extLst>
                <a:ext uri="{FF2B5EF4-FFF2-40B4-BE49-F238E27FC236}">
                  <a16:creationId xmlns:a16="http://schemas.microsoft.com/office/drawing/2014/main" id="{1D40BDAF-23F3-0BE6-8BF7-A307B13CD1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78">
              <a:extLst>
                <a:ext uri="{FF2B5EF4-FFF2-40B4-BE49-F238E27FC236}">
                  <a16:creationId xmlns:a16="http://schemas.microsoft.com/office/drawing/2014/main" id="{B37363B0-D33C-6271-9EAD-587D171788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78">
              <a:extLst>
                <a:ext uri="{FF2B5EF4-FFF2-40B4-BE49-F238E27FC236}">
                  <a16:creationId xmlns:a16="http://schemas.microsoft.com/office/drawing/2014/main" id="{19B6EB5B-E757-4FF6-1B37-08A3CCAC9B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6" name="مربع نص 55">
            <a:extLst>
              <a:ext uri="{FF2B5EF4-FFF2-40B4-BE49-F238E27FC236}">
                <a16:creationId xmlns:a16="http://schemas.microsoft.com/office/drawing/2014/main" id="{D755E938-427F-FD55-3EC2-C5CEA7E83E6A}"/>
              </a:ext>
            </a:extLst>
          </p:cNvPr>
          <p:cNvSpPr txBox="1"/>
          <p:nvPr/>
        </p:nvSpPr>
        <p:spPr>
          <a:xfrm>
            <a:off x="2543182" y="6132282"/>
            <a:ext cx="1914525" cy="369332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/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2025/11</a:t>
            </a:r>
          </a:p>
        </p:txBody>
      </p:sp>
    </p:spTree>
    <p:extLst>
      <p:ext uri="{BB962C8B-B14F-4D97-AF65-F5344CB8AC3E}">
        <p14:creationId xmlns:p14="http://schemas.microsoft.com/office/powerpoint/2010/main" val="167557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8A9D6-0179-80E7-FA3A-FDB8423F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C05363B1-F8CE-9AC6-43FD-17939D640750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B321A7AA-4EC6-FE50-4C26-6F12224668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9B9A9565-AECF-9947-8ED7-52F7C6CF0E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0BA44366-B31A-A41A-3294-2FA8EFDBA9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BDB783D1-6559-4A68-F27C-9F659B24A2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94A4E573-05DC-3E50-821C-4135BAC7FF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19AAC283-4849-14A3-D147-14687313F6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B8F133EE-74B3-CF78-E4B1-4BF7E6D63A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3C6BD0C1-5B27-3139-D690-6E91C7F5A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BCD9A392-AA13-9DEA-7F56-6817575E1E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27425F17-A7F4-D451-BD04-CFB6EBBD27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AA13D3B6-AA60-B6AD-66F6-41879E5AC5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47F76FC8-38DB-9D60-D70A-E1C6548BD0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9EEFFF92-B4ED-2DCA-DFFB-65CF2C064B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DB16CACE-3A1C-44AB-5153-471349BBB6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03742EB2-893F-3591-F9B5-4312127E80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D11C89AA-629C-EE80-5107-57E0B94639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مربع نص 3">
            <a:extLst>
              <a:ext uri="{FF2B5EF4-FFF2-40B4-BE49-F238E27FC236}">
                <a16:creationId xmlns:a16="http://schemas.microsoft.com/office/drawing/2014/main" id="{2AFC8C27-29AE-22D3-688E-DAF376B5FA41}"/>
              </a:ext>
            </a:extLst>
          </p:cNvPr>
          <p:cNvSpPr txBox="1"/>
          <p:nvPr/>
        </p:nvSpPr>
        <p:spPr>
          <a:xfrm>
            <a:off x="2628900" y="1424017"/>
            <a:ext cx="8058150" cy="261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200000"/>
              </a:lnSpc>
              <a:spcBef>
                <a:spcPts val="150"/>
              </a:spcBef>
              <a:spcAft>
                <a:spcPts val="800"/>
              </a:spcAft>
              <a:buNone/>
            </a:pPr>
            <a:r>
              <a:rPr lang="ar-EG" sz="1100" b="1" u="sng" kern="1200" dirty="0">
                <a:solidFill>
                  <a:srgbClr val="7030A0"/>
                </a:solidFill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العرض </a:t>
            </a:r>
            <a:r>
              <a:rPr lang="ar-SA" sz="1100" b="1" u="sng" kern="1200" dirty="0">
                <a:solidFill>
                  <a:srgbClr val="7030A0"/>
                </a:solidFill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المالي</a:t>
            </a:r>
            <a:endParaRPr lang="en-US" sz="1100" b="1" kern="100" dirty="0">
              <a:solidFill>
                <a:srgbClr val="7030A0"/>
              </a:solidFill>
              <a:effectLst/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>
              <a:lnSpc>
                <a:spcPct val="200000"/>
              </a:lnSpc>
              <a:spcBef>
                <a:spcPts val="150"/>
              </a:spcBef>
              <a:spcAft>
                <a:spcPts val="800"/>
              </a:spcAft>
              <a:buNone/>
            </a:pPr>
            <a:r>
              <a:rPr lang="ar-EG" sz="1100" b="1" u="sng" kern="1200" dirty="0">
                <a:solidFill>
                  <a:srgbClr val="00B0F0"/>
                </a:solidFill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الفهرس</a:t>
            </a:r>
            <a:r>
              <a:rPr lang="ar-EG" sz="1100" b="1" u="sng" kern="1200" dirty="0"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</a:t>
            </a:r>
            <a:endParaRPr lang="en-US" sz="1100" kern="100" dirty="0">
              <a:effectLst/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>
              <a:lnSpc>
                <a:spcPct val="200000"/>
              </a:lnSpc>
              <a:spcAft>
                <a:spcPts val="800"/>
              </a:spcAft>
              <a:buNone/>
            </a:pPr>
            <a:r>
              <a:rPr lang="ar-EG" sz="1100" kern="1200" dirty="0"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- </a:t>
            </a:r>
            <a:r>
              <a:rPr lang="ar-SA" sz="1100" kern="1200" dirty="0"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خطاب عرض السعر</a:t>
            </a: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ar-EG" sz="1100" dirty="0"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- شهادة </a:t>
            </a:r>
            <a:r>
              <a:rPr lang="ar-SA" sz="1100" dirty="0"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حجم المنشاة</a:t>
            </a:r>
            <a:r>
              <a:rPr lang="ar-EG" sz="1100" dirty="0"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.</a:t>
            </a:r>
            <a:endParaRPr lang="ar-SA" sz="1100" kern="1200" dirty="0">
              <a:effectLst/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>
              <a:lnSpc>
                <a:spcPct val="200000"/>
              </a:lnSpc>
              <a:spcAft>
                <a:spcPts val="800"/>
              </a:spcAft>
              <a:buNone/>
            </a:pPr>
            <a:r>
              <a:rPr lang="ar-SA" sz="1100" dirty="0"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- </a:t>
            </a:r>
            <a:r>
              <a:rPr lang="ar-EG" sz="1100" kern="1200" dirty="0"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جدول الكميات والاسعار .</a:t>
            </a:r>
            <a:endParaRPr lang="en-US" sz="1100" kern="100" dirty="0">
              <a:effectLst/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>
              <a:lnSpc>
                <a:spcPct val="200000"/>
              </a:lnSpc>
              <a:spcAft>
                <a:spcPts val="800"/>
              </a:spcAft>
              <a:buNone/>
            </a:pPr>
            <a:r>
              <a:rPr lang="ar-EG" sz="1100" kern="1200" dirty="0"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- جدول الدفعات .</a:t>
            </a:r>
            <a:endParaRPr lang="en-US" sz="1100" kern="100" dirty="0">
              <a:effectLst/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14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31ABD-3735-CD6F-DB43-C87999EA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B0AA3289-47E2-287B-B074-F18C9736B962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D0B0DE37-0BC8-2730-17A6-3030D3D7C7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13EBD031-ADF3-522F-4A47-6FBDE5ED39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D4414674-C59F-8EDE-491E-4C04DAFA1B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3D51051C-F652-F6EA-EFE5-9F6D18F1C4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444F5321-4F90-CE55-A648-01D27D23E1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09F626EE-12A2-F056-1F17-FC604ED27F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FFB5ADF0-19E8-43F9-70AE-C659DF8803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96D127E8-7ADF-A976-DB8E-726008B72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60BB1F8B-7B7E-717F-8B26-B372E71F67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E1CCFB75-596E-AAF2-3B40-F380B92402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89C93D1D-2DBC-C9A7-53F1-EF38D8CA6E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B5EB4EED-7813-6568-C2AC-33C132E7F6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F53448AE-4068-5DF1-78F3-68176E8B1F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788FA9A4-E028-4A20-D4D7-95403EFEEB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FFF4315D-5A5D-1EB1-1BDC-DE1B55FCFE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2D6A021B-8E02-581B-1DAD-73C033476E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CD9000C3-5033-30E5-7D54-1B801D25D430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  <p:pic>
        <p:nvPicPr>
          <p:cNvPr id="21" name="صورة 20" descr="صورة تحتوي على نص, لقطة شاشة, الخط, رسالة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25F9628A-C3BE-6EFD-BD0F-CB90BC3CF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168" y="0"/>
            <a:ext cx="9699664" cy="685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1375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AD1FD-7178-3872-A358-EF5AF966E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C4ADDD00-E0EF-E14E-BE3E-C65306D61373}"/>
              </a:ext>
            </a:extLst>
          </p:cNvPr>
          <p:cNvSpPr txBox="1"/>
          <p:nvPr/>
        </p:nvSpPr>
        <p:spPr>
          <a:xfrm>
            <a:off x="1371600" y="0"/>
            <a:ext cx="10239375" cy="584775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ctr"/>
            <a:r>
              <a:rPr lang="ar-SA" sz="1100" b="1" u="sng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جداول الكميات والأسعار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958E77D5-851D-E683-2BF8-F2D7760DBD91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5527F9C3-6A41-8C0C-0BE0-9704AA73FE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C54234A4-B932-953A-87F2-2FA9A9220E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CE6D0D90-AE0A-8C4D-FF76-33C130263C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A5126B4A-1799-0C84-95ED-230FAA981B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CCCBD03E-1350-9018-82B7-EAD972BA95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B3DDB74B-794E-5EB0-DF78-E6EA672249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D079C135-0CCB-3F77-D45B-AE9B71FC6F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21920C9B-B7D8-43A0-E77A-51685941D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70F63BFB-23FD-D9E4-BE66-5C6C98E798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6FABE578-4162-7593-BD21-58404FD18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2DB76960-C6A4-580E-72CF-C1B74F5E4C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7D149F45-7709-2170-CB16-27D0CDAD76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337EBF3E-3C3A-3A60-C0ED-CF54EBA6B6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8587B1E0-E1F3-CEA2-4C3C-63CD5A17F6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6F39E35B-BBA1-78C3-3AF3-F041A5C79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5B1748F1-1851-6825-9E89-324D13629F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1FCAEB77-3218-7535-EA9E-7C7BC7A4B402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CFD6F540-6CCB-A008-BD47-DE8B4999DE32}"/>
              </a:ext>
            </a:extLst>
          </p:cNvPr>
          <p:cNvSpPr txBox="1"/>
          <p:nvPr/>
        </p:nvSpPr>
        <p:spPr>
          <a:xfrm>
            <a:off x="10191750" y="490704"/>
            <a:ext cx="173355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11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زيوت المحركات :</a:t>
            </a:r>
          </a:p>
        </p:txBody>
      </p:sp>
      <p:pic>
        <p:nvPicPr>
          <p:cNvPr id="22" name="صورة 21" descr="صورة تحتوي على نص, لقطة شاشة, رقم, خط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1D1A9403-C08B-A616-AF3F-C7BE5D9DD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9410"/>
            <a:ext cx="12192000" cy="506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906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85EA1-87DA-1F03-143D-C7216E5F4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A08C7955-F097-3A54-FC12-D55164CF4870}"/>
              </a:ext>
            </a:extLst>
          </p:cNvPr>
          <p:cNvSpPr txBox="1"/>
          <p:nvPr/>
        </p:nvSpPr>
        <p:spPr>
          <a:xfrm>
            <a:off x="1371600" y="0"/>
            <a:ext cx="10239375" cy="584775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ctr"/>
            <a:r>
              <a:rPr lang="ar-SA" sz="1100" b="1" u="sng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جداول الكميات والأسعار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0989E29A-4587-7D6C-7DD9-AA92C1AA80E5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47EB694F-A061-3DFB-4263-861AC32EB6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CD4D12E7-8125-2680-429B-1FD43A80EC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73DFCC5D-C89E-7AF9-458A-CD01352FDC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F43EB2C1-A573-979D-CACA-4B6494C40E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4FD9FE78-CEDB-6999-48C8-6BC46B7D16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243E3E5F-E7A3-61EA-0709-ED0C5481B0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2FDA6893-3270-BC7D-D265-298B6C7724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1C55D4B4-D62D-8096-09D9-C9F4A4EE19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6396043B-247B-5CFB-E67E-77EB5A4F2A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2D40E058-E7FE-BBC2-FECF-002D7637D5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539C9C55-E0B3-4CD5-BB28-4F1E68B0FC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0D21B8B5-D9D7-DF25-F3D3-4A5476C858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41D38236-6647-ACB1-C5C6-5AB952919E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DC5D464B-CDA7-DEB3-6130-6FD12A85CA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7FE819A7-83D4-A633-F474-E25FC15879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A4BB67AB-68E8-83EA-04AD-BE9774F78C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8851A666-E4CD-EC5F-C66B-05B12159DF11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B6838B3F-1690-0F9F-0E6B-EC8EA1817911}"/>
              </a:ext>
            </a:extLst>
          </p:cNvPr>
          <p:cNvSpPr txBox="1"/>
          <p:nvPr/>
        </p:nvSpPr>
        <p:spPr>
          <a:xfrm>
            <a:off x="10191750" y="490704"/>
            <a:ext cx="173355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11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زيوت القير :</a:t>
            </a:r>
          </a:p>
        </p:txBody>
      </p:sp>
      <p:pic>
        <p:nvPicPr>
          <p:cNvPr id="23" name="صورة 22" descr="صورة تحتوي على نص, رقم, لقطة شاشة, موازِ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9DADFDF0-F1A5-B7A5-5546-007AFDD5A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2314"/>
            <a:ext cx="12192000" cy="527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33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7A855-303E-6898-2931-A6178ED17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928F334B-B465-8B07-F17E-5883EB55EFCC}"/>
              </a:ext>
            </a:extLst>
          </p:cNvPr>
          <p:cNvSpPr txBox="1"/>
          <p:nvPr/>
        </p:nvSpPr>
        <p:spPr>
          <a:xfrm>
            <a:off x="1371600" y="0"/>
            <a:ext cx="10239375" cy="584775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ctr"/>
            <a:r>
              <a:rPr lang="ar-SA" sz="1100" b="1" u="sng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جداول الكميات والأسعار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ECB4FCB5-184A-555C-A85A-5E1F9D1B25B3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A2236EF6-DF4E-6DD0-EB79-3CD4480FF7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71600CA8-64BD-38AF-ABC3-C9E4EDB446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02082B7D-C916-8175-FB17-37CE50033D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9F811625-175F-21A4-4D16-1B2E426152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1E386D35-295B-2685-A3ED-E41F66D37D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AA7084A6-478E-6509-41FA-35B17B31A7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26B6C275-0CB0-A57E-695D-E5698BEF80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30B45291-D883-04BF-9993-5421B5220D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AD5136AD-AAA6-F075-D44C-0D8D2FAD3C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021391F3-0D15-251B-430F-AF5BBDB4CB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94FBCF23-9D29-3776-AC63-329608DE6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9C2B6D06-DFD0-8744-C3B6-837A279B0E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706DA7A6-11BF-3054-E75A-8688A0054E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ED155452-7269-1E00-2B62-131825289D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5B5749BF-2C10-B95C-D891-BB346A1383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BD88CEDB-AC26-2123-F34A-65C43A0970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52716CF7-06A5-83F6-EA04-340C24A31706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719DB056-86C9-A20E-F5FF-3F8B2AFF8E48}"/>
              </a:ext>
            </a:extLst>
          </p:cNvPr>
          <p:cNvSpPr txBox="1"/>
          <p:nvPr/>
        </p:nvSpPr>
        <p:spPr>
          <a:xfrm>
            <a:off x="10191750" y="490704"/>
            <a:ext cx="173355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11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فلاتر الزيوت (</a:t>
            </a:r>
            <a:r>
              <a:rPr lang="ar-SA" sz="1100" dirty="0" err="1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السيوفونات</a:t>
            </a:r>
            <a:r>
              <a:rPr lang="ar-SA" sz="11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):</a:t>
            </a:r>
          </a:p>
        </p:txBody>
      </p:sp>
      <p:pic>
        <p:nvPicPr>
          <p:cNvPr id="23" name="صورة 22" descr="صورة تحتوي على نص, لقطة شاشة, رقم, موازِ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0EEF5C1B-EC56-3F59-DE5D-837D083B3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3562"/>
            <a:ext cx="12192000" cy="511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070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0CA7F-8294-4D2D-8480-920695CD3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4A1CD2AF-7C48-26E6-A1A6-805ABEB22D87}"/>
              </a:ext>
            </a:extLst>
          </p:cNvPr>
          <p:cNvSpPr txBox="1"/>
          <p:nvPr/>
        </p:nvSpPr>
        <p:spPr>
          <a:xfrm>
            <a:off x="1371600" y="0"/>
            <a:ext cx="10239375" cy="584775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ctr"/>
            <a:r>
              <a:rPr lang="ar-SA" sz="1100" b="1" u="sng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جداول الكميات والأسعار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AE075F42-F3A7-EFF1-07FC-0DA566ECFB13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0555DC53-32E9-17F0-C81A-6DADBECB79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360044BA-B646-9EA7-C2B0-E29230DC84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26E292F3-B604-88EF-C3D9-C95457294C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B2C37E19-FAFA-B157-DAF0-CF2252846A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129091BE-EC92-18AF-9B9A-75448EF16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6914AAC4-D21A-866E-D9C7-B7B137528F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D9CDFDF6-593C-8C2F-E76F-7461F17662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67C4825D-1023-FFEA-0675-F7E669E2D3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FCC209F9-84E4-5E4E-1B56-B0DA9B7C0D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A796EF1A-376D-30B6-D301-816CE2989A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29905C08-D301-AD6E-B167-C0F717671F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D46E8272-49E1-57F6-03F2-422183E1BA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E38B0C91-7AB5-B8F2-12DD-7D791B15B9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D28A2183-028D-81B5-79F3-6BA1355EE0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2069627A-D340-BE31-1858-132B4CA05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25491C49-866A-6057-F00A-408168915D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E46E3126-B7F7-A925-D7E4-ADD1C5CA481D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5283C7B5-AC6E-FA98-6B69-286C75A1EEF4}"/>
              </a:ext>
            </a:extLst>
          </p:cNvPr>
          <p:cNvSpPr txBox="1"/>
          <p:nvPr/>
        </p:nvSpPr>
        <p:spPr>
          <a:xfrm>
            <a:off x="10191750" y="490704"/>
            <a:ext cx="173355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11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فلاتر الزيوت (</a:t>
            </a:r>
            <a:r>
              <a:rPr lang="ar-SA" sz="1100" dirty="0" err="1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السيوفونات</a:t>
            </a:r>
            <a:r>
              <a:rPr lang="ar-SA" sz="11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):</a:t>
            </a:r>
          </a:p>
        </p:txBody>
      </p:sp>
      <p:pic>
        <p:nvPicPr>
          <p:cNvPr id="22" name="صورة 21" descr="صورة تحتوي على نص, رقم, موازِ, لقطة شاشة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281CC31C-45A5-C313-2A62-87569A754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799652"/>
            <a:ext cx="12192000" cy="52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67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79B93-FE7C-DAF9-1DBD-A5D786F64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712DFB1D-69D0-2174-8A03-8C4A5E22B5DA}"/>
              </a:ext>
            </a:extLst>
          </p:cNvPr>
          <p:cNvSpPr txBox="1"/>
          <p:nvPr/>
        </p:nvSpPr>
        <p:spPr>
          <a:xfrm>
            <a:off x="1371600" y="0"/>
            <a:ext cx="10239375" cy="584775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ctr"/>
            <a:r>
              <a:rPr lang="ar-SA" sz="1100" b="1" u="sng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جداول الكميات والأسعار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C3EAA501-FF02-99FB-F802-8C29068487D3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586B6A57-02CE-A1FA-4267-8D4D5D85E3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0062CD9C-63D2-817F-E5B7-7D444B7227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48AB82D8-0F52-78AC-E2EE-441C9F75F4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D4F3F947-0ABE-F030-4C9A-C25F8C24A5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62D7C641-382A-E478-9D5F-9F586BD3A8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1F6393AD-D593-3B69-283C-9FFD6D06AD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4F2B9D3C-4000-2E55-0274-5916561D2C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4CDD7A22-6CCD-AA6F-D15F-B2FAB9F893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A1131EA5-DB3B-0B52-ABCB-CE7AFA017A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8B5CE923-C73D-0FBF-5C07-C659401B20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FF0C017F-F0D8-A55C-9414-C48D10CC24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A15FDEA7-9385-974C-19AD-72BC2EFB22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CCBF06B2-1D71-B80D-737B-E400FBA461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0CDA5770-C7CE-B72F-1039-8F292358CC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F7BD6526-D436-1FBF-DC61-F43E82D5D3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2206692C-C91A-4F78-8A9B-93A85251EF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56C57EEC-3B7E-9293-27F7-33F12B725B34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61BDBB96-7DBD-BAC9-20A0-AF90DD3093D4}"/>
              </a:ext>
            </a:extLst>
          </p:cNvPr>
          <p:cNvSpPr txBox="1"/>
          <p:nvPr/>
        </p:nvSpPr>
        <p:spPr>
          <a:xfrm>
            <a:off x="10191750" y="490704"/>
            <a:ext cx="173355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11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فلاتر الزيوت (</a:t>
            </a:r>
            <a:r>
              <a:rPr lang="ar-SA" sz="1100" dirty="0" err="1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السيوفونات</a:t>
            </a:r>
            <a:r>
              <a:rPr lang="ar-SA" sz="11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):</a:t>
            </a:r>
          </a:p>
        </p:txBody>
      </p:sp>
      <p:pic>
        <p:nvPicPr>
          <p:cNvPr id="26" name="صورة 25" descr="صورة تحتوي على نص, رقم, لقطة شاشة, موازِ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56AFD3D3-D996-7A68-F87A-F4FFA535B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1284"/>
            <a:ext cx="12192000" cy="492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34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36AFE-C8B6-B01D-5909-0EFF6AE6D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C7A60A4E-BAC7-0C45-9998-5ECD4C4B33FD}"/>
              </a:ext>
            </a:extLst>
          </p:cNvPr>
          <p:cNvSpPr txBox="1"/>
          <p:nvPr/>
        </p:nvSpPr>
        <p:spPr>
          <a:xfrm>
            <a:off x="1371600" y="0"/>
            <a:ext cx="10239375" cy="584775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ctr"/>
            <a:r>
              <a:rPr lang="ar-SA" sz="1100" b="1" u="sng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جداول الكميات والأسعار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5F2172F8-5BC6-BFC3-5C97-06995AFB9AEE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771AFCF1-9FE7-80BB-F099-53B09BE468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824535CA-3FE8-9F91-D53F-FAE2FF2769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6495DB8B-794B-6A70-3CDC-8AEBF8AD2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009BC4EB-7863-E589-DC6A-78A47DEA30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DCFA7BC3-AF8D-7332-5429-6758577752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829889E9-B84E-9D57-041B-3C9C1806C5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3DD3D225-77CD-145B-BA30-56E1375307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A7690623-33C4-AFBE-8510-B2631BC2DB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91D89296-B8B5-657F-8516-91A6D2100A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0752D47D-AD88-76FE-5648-ED28D11162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DD1C612B-D385-5EE0-64CE-58CA286E3A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5CFED1C2-30A6-EA80-7FC0-D7333D477A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9627F6A8-EDD7-CF70-F730-A1450A5D4D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16B63BCC-F8C9-6467-CD4C-C0E558AC20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96F78B10-9218-2DA0-EEC6-BF9F80963B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ED6C5A20-EFE7-4FC6-1384-1413B2B86C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B2A47E30-713A-7295-1803-78FD27B15C71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6CB6425C-DD24-02F5-2C54-4CEB47462B3C}"/>
              </a:ext>
            </a:extLst>
          </p:cNvPr>
          <p:cNvSpPr txBox="1"/>
          <p:nvPr/>
        </p:nvSpPr>
        <p:spPr>
          <a:xfrm>
            <a:off x="10191750" y="490704"/>
            <a:ext cx="173355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11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مشتقات الزيوت:</a:t>
            </a:r>
          </a:p>
        </p:txBody>
      </p:sp>
      <p:pic>
        <p:nvPicPr>
          <p:cNvPr id="23" name="صورة 22" descr="صورة تحتوي على نص, لقطة شاشة, خط, رقم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75CC6E1C-C67D-1E3B-DE1E-2D2E22E287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13"/>
          <a:stretch>
            <a:fillRect/>
          </a:stretch>
        </p:blipFill>
        <p:spPr>
          <a:xfrm>
            <a:off x="114300" y="1283803"/>
            <a:ext cx="12192000" cy="387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042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23E63-9512-E07B-47D7-CD3D4977A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914E02C1-E40D-ACE8-2EF6-DBE0683E90E3}"/>
              </a:ext>
            </a:extLst>
          </p:cNvPr>
          <p:cNvSpPr txBox="1"/>
          <p:nvPr/>
        </p:nvSpPr>
        <p:spPr>
          <a:xfrm>
            <a:off x="1371600" y="0"/>
            <a:ext cx="10239375" cy="584775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ctr"/>
            <a:r>
              <a:rPr lang="ar-SA" sz="1100" b="1" u="sng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جداول الكميات والأسعار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98D977EB-69B0-47D9-98D0-02BAF094E81D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7AF48C1E-62A4-E337-349E-F1C61B3EB4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554E9DE9-EFC6-AC96-0768-9921AFF5C4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38FC6CF3-F7BD-E7CE-D6DB-07D06168DC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E17E4097-809F-605F-55F1-4137189A34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DA126C69-DE22-6899-1703-CB58991E59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ABB55011-B7D0-8AE5-22C7-9B2694FA37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3227261D-247F-2667-FA7C-218F267B63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5FFD5E53-B245-6307-C78C-F07D2CD331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36A4EEC9-C7C0-84DC-6681-D9CF973D3D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72A3D8F6-88D1-66A3-1E58-CC46650007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EF95A10E-08B5-CF61-EC1A-DC70DA1C5C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6508937C-B643-CD3C-F4C4-E6380BA3CC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7FA99F5D-514A-2A8C-2E44-059F8B6D9B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4296E9DE-E200-6881-B858-84226CBEA9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AC37F0DC-4931-F229-E081-2C4492A6E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5312607E-8229-1ED5-38E6-4D9E647A8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DC3B2CB8-925A-72A7-9F6C-A42AEC25C60A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BF609466-662F-883D-8CCF-AE6CA4C4565C}"/>
              </a:ext>
            </a:extLst>
          </p:cNvPr>
          <p:cNvSpPr txBox="1"/>
          <p:nvPr/>
        </p:nvSpPr>
        <p:spPr>
          <a:xfrm>
            <a:off x="10191750" y="490704"/>
            <a:ext cx="173355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11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الغسيل:</a:t>
            </a:r>
          </a:p>
        </p:txBody>
      </p:sp>
      <p:pic>
        <p:nvPicPr>
          <p:cNvPr id="24" name="صورة 23" descr="صورة تحتوي على نص, لقطة شاشة, خط, الخط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813CA9A0-90CE-D4B4-FBA1-E82306A2B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5399"/>
            <a:ext cx="12192000" cy="328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295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CCDBF-5DB4-5FD1-78C0-698FF87B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CE1D5376-DC2D-F183-3E89-F2BE133E6277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E309F17A-F1F1-628D-27E5-88A6E87F85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B86E3814-01AF-A9F2-4991-C382C7D978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78A36F2B-D35C-CC20-BFB6-B24D8CDFD3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25DEDB99-4E7C-8338-8C66-B41714E453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8BAC886E-B832-0C28-B28C-A3F6B6955E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4B1718DA-519A-8C03-5E42-E2D7B560E2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2894B3D1-45BC-FDC2-B7B8-3D855D7D8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9044B8A7-BCD8-AD9A-1385-B5DF7CE29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23A8BC3B-F02E-E896-417D-DA268F5AE3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BD177F08-F0AC-D046-2965-3423A07BC6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AF989DFA-052F-A299-7666-D2A8CDCC08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9D852187-E795-46FF-EEFD-09471D5486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A8B2F69D-282C-17C1-BE2D-2B2BEC48F8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1C205D71-2A34-4135-5D7B-43AB0B8E36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29D36351-8A2F-6F05-6AA5-96B3A4BB65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AEF7AA0C-C650-3A1C-29CA-C122C73DE3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0A2F109A-0E17-7C0F-51C7-9B77CFCE33BD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1AD918FC-8143-F325-23F5-1E9C0A47B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575799"/>
              </p:ext>
            </p:extLst>
          </p:nvPr>
        </p:nvGraphicFramePr>
        <p:xfrm>
          <a:off x="652780" y="475472"/>
          <a:ext cx="10696575" cy="5220481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412337">
                  <a:extLst>
                    <a:ext uri="{9D8B030D-6E8A-4147-A177-3AD203B41FA5}">
                      <a16:colId xmlns:a16="http://schemas.microsoft.com/office/drawing/2014/main" val="2719620422"/>
                    </a:ext>
                  </a:extLst>
                </a:gridCol>
                <a:gridCol w="2544740">
                  <a:extLst>
                    <a:ext uri="{9D8B030D-6E8A-4147-A177-3AD203B41FA5}">
                      <a16:colId xmlns:a16="http://schemas.microsoft.com/office/drawing/2014/main" val="3483705082"/>
                    </a:ext>
                  </a:extLst>
                </a:gridCol>
                <a:gridCol w="6739498">
                  <a:extLst>
                    <a:ext uri="{9D8B030D-6E8A-4147-A177-3AD203B41FA5}">
                      <a16:colId xmlns:a16="http://schemas.microsoft.com/office/drawing/2014/main" val="3983955574"/>
                    </a:ext>
                  </a:extLst>
                </a:gridCol>
              </a:tblGrid>
              <a:tr h="1149203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 </a:t>
                      </a:r>
                      <a:endParaRPr lang="en-US" sz="1100" b="0" kern="100" dirty="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الجدول </a:t>
                      </a:r>
                      <a:r>
                        <a:rPr lang="ar-SA" sz="1100" b="0" kern="100" dirty="0" err="1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الاجمالى</a:t>
                      </a:r>
                      <a:endParaRPr lang="en-US" sz="1100" b="0" kern="100" dirty="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 </a:t>
                      </a:r>
                      <a:endParaRPr lang="en-US" sz="1100" b="0" kern="100" dirty="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718687"/>
                  </a:ext>
                </a:extLst>
              </a:tr>
              <a:tr h="354574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الرقم التسلسلى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الجدول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القيمة المالية للجداول شاملة ضريبة القيمة المضافة</a:t>
                      </a:r>
                      <a:endParaRPr lang="en-US" sz="1100" b="0" kern="100" dirty="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69540063"/>
                  </a:ext>
                </a:extLst>
              </a:tr>
              <a:tr h="751889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1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زيوت المحركات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9.684.503,30 ( تسعة ملايين وستمائة وأربعة وثمانون الفا وخمسمائة وثلاثة ريالات وثلاثون هللة )</a:t>
                      </a:r>
                      <a:endParaRPr lang="en-US" sz="1100" b="0" kern="100" dirty="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91202019"/>
                  </a:ext>
                </a:extLst>
              </a:tr>
              <a:tr h="751889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2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زيوت القير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177.652,575( مائة وسبعة وسبعون الفا وستمائة واثنان وخمسون ريال وسبعة وخمسون هللة )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83709433"/>
                  </a:ext>
                </a:extLst>
              </a:tr>
              <a:tr h="751889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3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الفلاتر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2.450.980.05  (مليونان واربعمائة وخمسون الفا وتسعمائة وثمانون ريالا وخمسة هللات)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49639900"/>
                  </a:ext>
                </a:extLst>
              </a:tr>
              <a:tr h="354574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4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مشتقات الزيوت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279.760,50   ( مئتان وتسعة وسبعون الفا وسبعمائة وستون ريالا وخمسون هللة )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3095476"/>
                  </a:ext>
                </a:extLst>
              </a:tr>
              <a:tr h="354574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5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الغسيل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8.147.520 ( ثمان ملايين ومائة وسبعة واربعون الفا وخمسمائة وعشرون ريال )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20040548"/>
                  </a:ext>
                </a:extLst>
              </a:tr>
              <a:tr h="751889">
                <a:tc gridSpan="2"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الإجمالي شاملا ضريبة القيمة المضافة </a:t>
                      </a:r>
                      <a:endParaRPr lang="en-US" sz="1100" b="0" kern="100" dirty="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buNone/>
                      </a:pPr>
                      <a:r>
                        <a:rPr lang="ar-SA" sz="1100" b="0" kern="10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20.740.416,425</a:t>
                      </a:r>
                      <a:br>
                        <a:rPr lang="ar-SA" sz="1100" b="0" kern="10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</a:br>
                      <a:r>
                        <a:rPr lang="ar-SA" sz="1100" b="0" kern="10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عشرون مليونا وسبعمائة واربعون الفا واربعمائة وستة عشرا ريال واثنان واربعون هللة </a:t>
                      </a:r>
                      <a:endParaRPr lang="en-US" sz="1100" b="0" kern="100" dirty="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9930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309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8980-C6BB-E388-0838-EF5D8F0AC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CABB636A-B3C8-D346-F1EB-FF587B3C7B47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A2DC6068-08C4-E107-78C9-4675F9270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7CE86F01-E890-53C9-A52E-CFB81064AD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DE060253-0540-61D6-1023-FE29A7C2CB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E7E2A8E6-DA5B-4D27-883C-DA3F0CEA7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26CD430C-3E18-85C0-AE95-97FADCCEC0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DDF4FAF3-B70F-2504-D1D5-A0DF0018F5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7AE51E24-47EA-2E00-1B00-81A781AE69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4BE03E87-1DF2-0BFD-E3AF-41AA07CB0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C87AFB7F-9B03-2A60-8647-4BE1C8CD6E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D069812E-0FF3-FCEB-E6FA-911B567B42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4928516E-5111-54B8-F0CA-0176E79199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5B0AEE1D-83B1-5882-E1D5-35137BB6AB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BA589CC5-8E90-8A13-4677-34C52B8741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6E1DD06C-3540-2D87-1039-60737F0BA4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27A6DF30-D749-9085-DE19-1B7CAFE52E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1D071CAD-B659-8552-D108-3A1D1BFA48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1362738A-F77A-FC45-1B8A-ABC09BD22588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205EC447-E1E1-0E7A-60AC-95A0FD595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864706"/>
              </p:ext>
            </p:extLst>
          </p:nvPr>
        </p:nvGraphicFramePr>
        <p:xfrm>
          <a:off x="1524001" y="1257792"/>
          <a:ext cx="9934575" cy="4000143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075427">
                  <a:extLst>
                    <a:ext uri="{9D8B030D-6E8A-4147-A177-3AD203B41FA5}">
                      <a16:colId xmlns:a16="http://schemas.microsoft.com/office/drawing/2014/main" val="938624999"/>
                    </a:ext>
                  </a:extLst>
                </a:gridCol>
                <a:gridCol w="1130050">
                  <a:extLst>
                    <a:ext uri="{9D8B030D-6E8A-4147-A177-3AD203B41FA5}">
                      <a16:colId xmlns:a16="http://schemas.microsoft.com/office/drawing/2014/main" val="3659060379"/>
                    </a:ext>
                  </a:extLst>
                </a:gridCol>
                <a:gridCol w="3159195">
                  <a:extLst>
                    <a:ext uri="{9D8B030D-6E8A-4147-A177-3AD203B41FA5}">
                      <a16:colId xmlns:a16="http://schemas.microsoft.com/office/drawing/2014/main" val="3212995137"/>
                    </a:ext>
                  </a:extLst>
                </a:gridCol>
                <a:gridCol w="4569903">
                  <a:extLst>
                    <a:ext uri="{9D8B030D-6E8A-4147-A177-3AD203B41FA5}">
                      <a16:colId xmlns:a16="http://schemas.microsoft.com/office/drawing/2014/main" val="3581867605"/>
                    </a:ext>
                  </a:extLst>
                </a:gridCol>
              </a:tblGrid>
              <a:tr h="1318747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100" b="0" kern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عدد الدفعات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100" b="0" kern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بيان الدفعة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100" b="0" kern="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القيمة المالية للدفعة الواحدة </a:t>
                      </a:r>
                      <a:endParaRPr lang="en-US" sz="1100" b="0" kern="100" dirty="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100" b="0" kern="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شروط التسليم</a:t>
                      </a:r>
                      <a:endParaRPr lang="en-US" sz="1100" b="0" kern="100" dirty="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8667475"/>
                  </a:ext>
                </a:extLst>
              </a:tr>
              <a:tr h="2681396"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100" b="0" kern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36 دفعة </a:t>
                      </a:r>
                      <a:endParaRPr lang="en-US" sz="1100" b="0" kern="10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100" b="0" kern="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شهرية</a:t>
                      </a:r>
                      <a:endParaRPr lang="en-US" sz="1100" b="0" kern="100" dirty="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100" b="0" kern="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متغيرة  </a:t>
                      </a:r>
                      <a:endParaRPr lang="en-US" sz="1100" b="0" kern="100" dirty="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100" b="0" kern="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576.122,67</a:t>
                      </a:r>
                      <a:br>
                        <a:rPr lang="ar-SA" sz="1100" b="0" kern="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</a:br>
                      <a:r>
                        <a:rPr lang="ar-SA" sz="1100" b="0" kern="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خمسمائة وستة وسبعون الفا ومائة واثنان وعشرون ريالا وسبعة وستون هللة .</a:t>
                      </a:r>
                      <a:endParaRPr lang="en-US" sz="1100" b="0" kern="100" dirty="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100" b="0" kern="0" dirty="0">
                          <a:effectLst/>
                          <a:latin typeface="Almohanad long kaf" panose="02020603020101020101" pitchFamily="18" charset="0"/>
                          <a:ea typeface="Almohanad long kaf" panose="02020603020101020101" pitchFamily="18" charset="0"/>
                          <a:cs typeface="Almohanad long kaf" panose="02020603020101020101" pitchFamily="18" charset="0"/>
                        </a:rPr>
                        <a:t>تسليم تقرير مجمع ومعتمد يتضمن كافة الاعمال الفعلية التي تم تنفيذها والخاصة بالصيانة وتغيير الزيوت والفلاتر والغسيل + تقديم مستخلص شهري معتمد من الجهة في المنطقة </a:t>
                      </a:r>
                      <a:endParaRPr lang="en-US" sz="1100" b="0" kern="100" dirty="0">
                        <a:effectLst/>
                        <a:latin typeface="Almohanad long kaf" panose="02020603020101020101" pitchFamily="18" charset="0"/>
                        <a:ea typeface="Almohanad long kaf" panose="02020603020101020101" pitchFamily="18" charset="0"/>
                        <a:cs typeface="Almohanad long kaf" panose="02020603020101020101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01639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279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1D39BA08-BBBE-2F50-54B1-A8BCFFAC9978}"/>
              </a:ext>
            </a:extLst>
          </p:cNvPr>
          <p:cNvSpPr txBox="1"/>
          <p:nvPr/>
        </p:nvSpPr>
        <p:spPr>
          <a:xfrm>
            <a:off x="1065246" y="2703510"/>
            <a:ext cx="7936685" cy="1077218"/>
          </a:xfrm>
          <a:prstGeom prst="rect">
            <a:avLst/>
          </a:prstGeom>
          <a:noFill/>
        </p:spPr>
        <p:style>
          <a:lnRef idx="0">
            <a:schemeClr val="dk1"/>
          </a:lnRef>
          <a:fillRef idx="1003">
            <a:schemeClr val="lt2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ar-SA" altLang="ar-SA" sz="3200" dirty="0">
                <a:solidFill>
                  <a:srgbClr val="7030A0"/>
                </a:solidFill>
                <a:latin typeface="Almohanad long kaf" panose="02020603020101020101" pitchFamily="18" charset="0"/>
                <a:ea typeface="Times New Roman" panose="02020603050405020304" pitchFamily="18" charset="0"/>
                <a:cs typeface="Almohanad long kaf" panose="02020603020101020101" pitchFamily="18" charset="0"/>
              </a:rPr>
              <a:t>نرتقي بإدارة أسطولكم إلى مستوى استثنائي</a:t>
            </a:r>
            <a:endParaRPr lang="ar-SA" altLang="ar-SA" sz="4400" dirty="0">
              <a:latin typeface="Arial" panose="020B0604020202020204" pitchFamily="34" charset="0"/>
            </a:endParaRPr>
          </a:p>
          <a:p>
            <a:pPr algn="ctr"/>
            <a:endParaRPr lang="ar-SA" sz="3200" b="1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FAB29A97-0202-86BF-5FE7-533506B72315}"/>
              </a:ext>
            </a:extLst>
          </p:cNvPr>
          <p:cNvSpPr txBox="1"/>
          <p:nvPr/>
        </p:nvSpPr>
        <p:spPr>
          <a:xfrm>
            <a:off x="1819117" y="3487448"/>
            <a:ext cx="6530411" cy="222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>
              <a:lnSpc>
                <a:spcPct val="200000"/>
              </a:lnSpc>
            </a:pP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920033195 </a:t>
            </a:r>
            <a:r>
              <a:rPr lang="en-US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        </a:t>
            </a:r>
            <a:endParaRPr lang="ar-SA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justLow">
              <a:lnSpc>
                <a:spcPct val="200000"/>
              </a:lnSpc>
            </a:pP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0115202152</a:t>
            </a:r>
          </a:p>
          <a:p>
            <a:pPr algn="justLow">
              <a:lnSpc>
                <a:spcPct val="200000"/>
              </a:lnSpc>
            </a:pPr>
            <a:r>
              <a:rPr lang="en-US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info@osas.sa</a:t>
            </a:r>
            <a:endParaRPr lang="ar-SA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justLow">
              <a:lnSpc>
                <a:spcPct val="200000"/>
              </a:lnSpc>
            </a:pPr>
            <a:r>
              <a:rPr lang="en-US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Jeddah – Arabia Saudi</a:t>
            </a: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المملكة العربية السعودية – جدة</a:t>
            </a:r>
            <a:endParaRPr lang="en-US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pic>
        <p:nvPicPr>
          <p:cNvPr id="42" name="صورة 41" descr="صورة تحتوي على رمز, الرسومات, قصاصة فنية, دائرة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C3C9665F-FD4A-B323-51E1-BBC6F698584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356" y="3664316"/>
            <a:ext cx="374755" cy="374755"/>
          </a:xfrm>
          <a:prstGeom prst="rect">
            <a:avLst/>
          </a:prstGeom>
        </p:spPr>
      </p:pic>
      <p:pic>
        <p:nvPicPr>
          <p:cNvPr id="44" name="صورة 43" descr="صورة تحتوي على شعار, الرسومات, رمز, التصميم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194DCF67-6DD6-CA68-F37B-D8CE19310448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812" y="3743809"/>
            <a:ext cx="264016" cy="264016"/>
          </a:xfrm>
          <a:prstGeom prst="rect">
            <a:avLst/>
          </a:prstGeom>
        </p:spPr>
      </p:pic>
      <p:pic>
        <p:nvPicPr>
          <p:cNvPr id="45" name="صورة 44" descr="صورة تحتوي على شعار, الرسومات, رمز, التصميم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544968EF-AF8D-FD79-DB2A-433D16D99F2B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359" y="4316373"/>
            <a:ext cx="264016" cy="264016"/>
          </a:xfrm>
          <a:prstGeom prst="rect">
            <a:avLst/>
          </a:prstGeom>
        </p:spPr>
      </p:pic>
      <p:pic>
        <p:nvPicPr>
          <p:cNvPr id="47" name="صورة 46" descr="صورة تحتوي على رسم, الرسومات, رمز, أبيض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5818FFEE-08E1-A461-6711-E147BBCBFC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497" y="4692883"/>
            <a:ext cx="496464" cy="496464"/>
          </a:xfrm>
          <a:prstGeom prst="rect">
            <a:avLst/>
          </a:prstGeom>
        </p:spPr>
      </p:pic>
      <p:pic>
        <p:nvPicPr>
          <p:cNvPr id="49" name="صورة 48">
            <a:extLst>
              <a:ext uri="{FF2B5EF4-FFF2-40B4-BE49-F238E27FC236}">
                <a16:creationId xmlns:a16="http://schemas.microsoft.com/office/drawing/2014/main" id="{E574784D-D9A2-F173-AFF9-5A7782E81A6C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621" y="5301268"/>
            <a:ext cx="374755" cy="374755"/>
          </a:xfrm>
          <a:prstGeom prst="rect">
            <a:avLst/>
          </a:prstGeom>
        </p:spPr>
      </p:pic>
      <p:pic>
        <p:nvPicPr>
          <p:cNvPr id="53" name="صورة 52" descr="صورة تحتوي على أرجواني, شكل, الرسومات, ميدان/ مربع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205F866F-B6F5-A5F4-E7C1-F5E17EFF2B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84" y="3702584"/>
            <a:ext cx="1795671" cy="1795671"/>
          </a:xfrm>
          <a:prstGeom prst="rect">
            <a:avLst/>
          </a:prstGeom>
        </p:spPr>
      </p:pic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C5591276-0470-27E0-E8AC-AEFA7680B379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4586835D-192D-6973-C40A-BF819A37C4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78">
              <a:extLst>
                <a:ext uri="{FF2B5EF4-FFF2-40B4-BE49-F238E27FC236}">
                  <a16:creationId xmlns:a16="http://schemas.microsoft.com/office/drawing/2014/main" id="{DEBB3A02-E527-3572-27DA-D2BE048144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78">
              <a:extLst>
                <a:ext uri="{FF2B5EF4-FFF2-40B4-BE49-F238E27FC236}">
                  <a16:creationId xmlns:a16="http://schemas.microsoft.com/office/drawing/2014/main" id="{4907EB98-46E5-9EC3-76E7-56353398DF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78">
              <a:extLst>
                <a:ext uri="{FF2B5EF4-FFF2-40B4-BE49-F238E27FC236}">
                  <a16:creationId xmlns:a16="http://schemas.microsoft.com/office/drawing/2014/main" id="{E00D5600-B6B6-E7FE-E0CA-C299064F7A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78">
              <a:extLst>
                <a:ext uri="{FF2B5EF4-FFF2-40B4-BE49-F238E27FC236}">
                  <a16:creationId xmlns:a16="http://schemas.microsoft.com/office/drawing/2014/main" id="{44911EB7-49DF-66CC-5D7D-5017581062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78">
              <a:extLst>
                <a:ext uri="{FF2B5EF4-FFF2-40B4-BE49-F238E27FC236}">
                  <a16:creationId xmlns:a16="http://schemas.microsoft.com/office/drawing/2014/main" id="{CB10C1DD-D27A-F704-3A3D-B97FCD211B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78">
              <a:extLst>
                <a:ext uri="{FF2B5EF4-FFF2-40B4-BE49-F238E27FC236}">
                  <a16:creationId xmlns:a16="http://schemas.microsoft.com/office/drawing/2014/main" id="{FD7DA0C2-2387-9768-EA18-A04B1C1B83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78">
              <a:extLst>
                <a:ext uri="{FF2B5EF4-FFF2-40B4-BE49-F238E27FC236}">
                  <a16:creationId xmlns:a16="http://schemas.microsoft.com/office/drawing/2014/main" id="{6E83C5E6-9D86-CC69-1162-B2C840864E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78">
              <a:extLst>
                <a:ext uri="{FF2B5EF4-FFF2-40B4-BE49-F238E27FC236}">
                  <a16:creationId xmlns:a16="http://schemas.microsoft.com/office/drawing/2014/main" id="{E5A3D43E-CCBF-6968-64E1-177176D377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78">
              <a:extLst>
                <a:ext uri="{FF2B5EF4-FFF2-40B4-BE49-F238E27FC236}">
                  <a16:creationId xmlns:a16="http://schemas.microsoft.com/office/drawing/2014/main" id="{08B0708E-A5D8-548D-28E1-3AF2488372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78">
              <a:extLst>
                <a:ext uri="{FF2B5EF4-FFF2-40B4-BE49-F238E27FC236}">
                  <a16:creationId xmlns:a16="http://schemas.microsoft.com/office/drawing/2014/main" id="{9E991AA2-E122-35E4-642C-C9367FF757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78">
              <a:extLst>
                <a:ext uri="{FF2B5EF4-FFF2-40B4-BE49-F238E27FC236}">
                  <a16:creationId xmlns:a16="http://schemas.microsoft.com/office/drawing/2014/main" id="{8599E16F-8CC9-F084-0803-717BD1B3F8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78">
              <a:extLst>
                <a:ext uri="{FF2B5EF4-FFF2-40B4-BE49-F238E27FC236}">
                  <a16:creationId xmlns:a16="http://schemas.microsoft.com/office/drawing/2014/main" id="{1054D080-E746-2554-ED03-83B1466959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78">
              <a:extLst>
                <a:ext uri="{FF2B5EF4-FFF2-40B4-BE49-F238E27FC236}">
                  <a16:creationId xmlns:a16="http://schemas.microsoft.com/office/drawing/2014/main" id="{8E1ECE5F-88B3-5EC6-EE0C-AACED2EE91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78">
              <a:extLst>
                <a:ext uri="{FF2B5EF4-FFF2-40B4-BE49-F238E27FC236}">
                  <a16:creationId xmlns:a16="http://schemas.microsoft.com/office/drawing/2014/main" id="{1783C425-00FE-64CF-55AC-5E2D89273F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78">
              <a:extLst>
                <a:ext uri="{FF2B5EF4-FFF2-40B4-BE49-F238E27FC236}">
                  <a16:creationId xmlns:a16="http://schemas.microsoft.com/office/drawing/2014/main" id="{4E3D60FC-D61C-BD2B-50A3-46806556CF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44193556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401</Words>
  <Application>Microsoft Office PowerPoint</Application>
  <PresentationFormat>شاشة عريضة</PresentationFormat>
  <Paragraphs>82</Paragraphs>
  <Slides>13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21" baseType="lpstr">
      <vt:lpstr>29LT Azer</vt:lpstr>
      <vt:lpstr>Almohanad long kaf</vt:lpstr>
      <vt:lpstr>Aptos</vt:lpstr>
      <vt:lpstr>Aptos Display</vt:lpstr>
      <vt:lpstr>Arial</vt:lpstr>
      <vt:lpstr>Calibri</vt:lpstr>
      <vt:lpstr>Times New Roman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nawaf albishri</dc:creator>
  <cp:lastModifiedBy>nawaf albishri</cp:lastModifiedBy>
  <cp:revision>2</cp:revision>
  <dcterms:created xsi:type="dcterms:W3CDTF">2025-11-07T06:22:24Z</dcterms:created>
  <dcterms:modified xsi:type="dcterms:W3CDTF">2025-11-27T21:54:36Z</dcterms:modified>
</cp:coreProperties>
</file>